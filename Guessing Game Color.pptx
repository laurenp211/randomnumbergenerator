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7" r:id="rId1"/>
  </p:sldMasterIdLst>
  <p:notesMasterIdLst>
    <p:notesMasterId r:id="rId10"/>
  </p:notesMasterIdLst>
  <p:sldIdLst>
    <p:sldId id="256" r:id="rId2"/>
    <p:sldId id="341" r:id="rId3"/>
    <p:sldId id="258" r:id="rId4"/>
    <p:sldId id="342" r:id="rId5"/>
    <p:sldId id="343" r:id="rId6"/>
    <p:sldId id="344" r:id="rId7"/>
    <p:sldId id="347" r:id="rId8"/>
    <p:sldId id="346" r:id="rId9"/>
  </p:sldIdLst>
  <p:sldSz cx="9144000" cy="5143500" type="screen16x9"/>
  <p:notesSz cx="6858000" cy="9144000"/>
  <p:embeddedFontLst>
    <p:embeddedFont>
      <p:font typeface="Abel" panose="02000506030000020004" pitchFamily="2" charset="0"/>
      <p:regular r:id="rId11"/>
    </p:embeddedFont>
    <p:embeddedFont>
      <p:font typeface="Fredoka One" panose="02000000000000000000" pitchFamily="2" charset="0"/>
      <p:regular r:id="rId12"/>
    </p:embeddedFont>
    <p:embeddedFont>
      <p:font typeface="Perpetua" panose="02020502060401020303" pitchFamily="18"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41">
          <p15:clr>
            <a:schemeClr val="lt1"/>
          </p15:clr>
        </p15:guide>
        <p15:guide id="2" pos="447">
          <p15:clr>
            <a:schemeClr val="lt1"/>
          </p15:clr>
        </p15:guide>
        <p15:guide id="3" orient="horz" pos="2899">
          <p15:clr>
            <a:schemeClr val="lt1"/>
          </p15:clr>
        </p15:guide>
        <p15:guide id="4" pos="5313">
          <p15:clr>
            <a:schemeClr val="lt1"/>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E0B35C-44A8-414B-96CC-2C0C740B29F1}" v="44" dt="2025-11-19T22:42:00.021"/>
  </p1510:revLst>
</p1510:revInfo>
</file>

<file path=ppt/tableStyles.xml><?xml version="1.0" encoding="utf-8"?>
<a:tblStyleLst xmlns:a="http://schemas.openxmlformats.org/drawingml/2006/main" def="{9F959B18-F9CC-42E4-9685-AA8CB483AD2C}">
  <a:tblStyle styleId="{9F959B18-F9CC-42E4-9685-AA8CB483AD2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46" y="298"/>
      </p:cViewPr>
      <p:guideLst>
        <p:guide orient="horz" pos="341"/>
        <p:guide pos="447"/>
        <p:guide orient="horz" pos="2899"/>
        <p:guide pos="531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lee Chery" userId="ca83c9ec574d8deb" providerId="LiveId" clId="{FA25A077-2728-41A8-B6A7-F55A56DFFD01}"/>
    <pc:docChg chg="undo custSel addSld delSld modSld delMainMaster">
      <pc:chgData name="Joshlee Chery" userId="ca83c9ec574d8deb" providerId="LiveId" clId="{FA25A077-2728-41A8-B6A7-F55A56DFFD01}" dt="2025-11-19T22:45:32.969" v="508" actId="1076"/>
      <pc:docMkLst>
        <pc:docMk/>
      </pc:docMkLst>
      <pc:sldChg chg="modSp">
        <pc:chgData name="Joshlee Chery" userId="ca83c9ec574d8deb" providerId="LiveId" clId="{FA25A077-2728-41A8-B6A7-F55A56DFFD01}" dt="2025-11-19T22:10:50.883" v="130" actId="20577"/>
        <pc:sldMkLst>
          <pc:docMk/>
          <pc:sldMk cId="0" sldId="256"/>
        </pc:sldMkLst>
        <pc:spChg chg="mod">
          <ac:chgData name="Joshlee Chery" userId="ca83c9ec574d8deb" providerId="LiveId" clId="{FA25A077-2728-41A8-B6A7-F55A56DFFD01}" dt="2025-11-19T22:10:50.883" v="130" actId="20577"/>
          <ac:spMkLst>
            <pc:docMk/>
            <pc:sldMk cId="0" sldId="256"/>
            <ac:spMk id="736" creationId="{00000000-0000-0000-0000-000000000000}"/>
          </ac:spMkLst>
        </pc:spChg>
      </pc:sldChg>
      <pc:sldChg chg="del">
        <pc:chgData name="Joshlee Chery" userId="ca83c9ec574d8deb" providerId="LiveId" clId="{FA25A077-2728-41A8-B6A7-F55A56DFFD01}" dt="2025-11-19T22:05:51.049" v="91" actId="47"/>
        <pc:sldMkLst>
          <pc:docMk/>
          <pc:sldMk cId="0" sldId="257"/>
        </pc:sldMkLst>
      </pc:sldChg>
      <pc:sldChg chg="modSp mod modClrScheme chgLayout">
        <pc:chgData name="Joshlee Chery" userId="ca83c9ec574d8deb" providerId="LiveId" clId="{FA25A077-2728-41A8-B6A7-F55A56DFFD01}" dt="2025-11-19T22:15:29.608" v="164" actId="255"/>
        <pc:sldMkLst>
          <pc:docMk/>
          <pc:sldMk cId="0" sldId="258"/>
        </pc:sldMkLst>
        <pc:spChg chg="mod ord">
          <ac:chgData name="Joshlee Chery" userId="ca83c9ec574d8deb" providerId="LiveId" clId="{FA25A077-2728-41A8-B6A7-F55A56DFFD01}" dt="2025-11-19T22:14:25.536" v="152" actId="20577"/>
          <ac:spMkLst>
            <pc:docMk/>
            <pc:sldMk cId="0" sldId="258"/>
            <ac:spMk id="749" creationId="{00000000-0000-0000-0000-000000000000}"/>
          </ac:spMkLst>
        </pc:spChg>
        <pc:spChg chg="mod ord">
          <ac:chgData name="Joshlee Chery" userId="ca83c9ec574d8deb" providerId="LiveId" clId="{FA25A077-2728-41A8-B6A7-F55A56DFFD01}" dt="2025-11-19T22:15:29.608" v="164" actId="255"/>
          <ac:spMkLst>
            <pc:docMk/>
            <pc:sldMk cId="0" sldId="258"/>
            <ac:spMk id="750" creationId="{00000000-0000-0000-0000-000000000000}"/>
          </ac:spMkLst>
        </pc:spChg>
        <pc:spChg chg="mod ord">
          <ac:chgData name="Joshlee Chery" userId="ca83c9ec574d8deb" providerId="LiveId" clId="{FA25A077-2728-41A8-B6A7-F55A56DFFD01}" dt="2025-11-19T22:14:22.616" v="150" actId="700"/>
          <ac:spMkLst>
            <pc:docMk/>
            <pc:sldMk cId="0" sldId="258"/>
            <ac:spMk id="751" creationId="{00000000-0000-0000-0000-000000000000}"/>
          </ac:spMkLst>
        </pc:spChg>
      </pc:sldChg>
      <pc:sldChg chg="del">
        <pc:chgData name="Joshlee Chery" userId="ca83c9ec574d8deb" providerId="LiveId" clId="{FA25A077-2728-41A8-B6A7-F55A56DFFD01}" dt="2025-11-19T22:03:59.403" v="59" actId="47"/>
        <pc:sldMkLst>
          <pc:docMk/>
          <pc:sldMk cId="0" sldId="259"/>
        </pc:sldMkLst>
      </pc:sldChg>
      <pc:sldChg chg="add del">
        <pc:chgData name="Joshlee Chery" userId="ca83c9ec574d8deb" providerId="LiveId" clId="{FA25A077-2728-41A8-B6A7-F55A56DFFD01}" dt="2025-11-19T22:04:01.093" v="60" actId="47"/>
        <pc:sldMkLst>
          <pc:docMk/>
          <pc:sldMk cId="0" sldId="260"/>
        </pc:sldMkLst>
      </pc:sldChg>
      <pc:sldChg chg="del">
        <pc:chgData name="Joshlee Chery" userId="ca83c9ec574d8deb" providerId="LiveId" clId="{FA25A077-2728-41A8-B6A7-F55A56DFFD01}" dt="2025-11-19T22:04:02.325" v="61" actId="47"/>
        <pc:sldMkLst>
          <pc:docMk/>
          <pc:sldMk cId="0" sldId="261"/>
        </pc:sldMkLst>
      </pc:sldChg>
      <pc:sldChg chg="del">
        <pc:chgData name="Joshlee Chery" userId="ca83c9ec574d8deb" providerId="LiveId" clId="{FA25A077-2728-41A8-B6A7-F55A56DFFD01}" dt="2025-11-19T22:04:02.908" v="62" actId="47"/>
        <pc:sldMkLst>
          <pc:docMk/>
          <pc:sldMk cId="0" sldId="262"/>
        </pc:sldMkLst>
      </pc:sldChg>
      <pc:sldChg chg="del">
        <pc:chgData name="Joshlee Chery" userId="ca83c9ec574d8deb" providerId="LiveId" clId="{FA25A077-2728-41A8-B6A7-F55A56DFFD01}" dt="2025-11-19T22:04:03.907" v="63" actId="47"/>
        <pc:sldMkLst>
          <pc:docMk/>
          <pc:sldMk cId="0" sldId="263"/>
        </pc:sldMkLst>
      </pc:sldChg>
      <pc:sldChg chg="del">
        <pc:chgData name="Joshlee Chery" userId="ca83c9ec574d8deb" providerId="LiveId" clId="{FA25A077-2728-41A8-B6A7-F55A56DFFD01}" dt="2025-11-19T22:04:04.403" v="64" actId="47"/>
        <pc:sldMkLst>
          <pc:docMk/>
          <pc:sldMk cId="0" sldId="264"/>
        </pc:sldMkLst>
      </pc:sldChg>
      <pc:sldChg chg="del">
        <pc:chgData name="Joshlee Chery" userId="ca83c9ec574d8deb" providerId="LiveId" clId="{FA25A077-2728-41A8-B6A7-F55A56DFFD01}" dt="2025-11-19T22:04:05.129" v="65" actId="47"/>
        <pc:sldMkLst>
          <pc:docMk/>
          <pc:sldMk cId="0" sldId="265"/>
        </pc:sldMkLst>
      </pc:sldChg>
      <pc:sldChg chg="del">
        <pc:chgData name="Joshlee Chery" userId="ca83c9ec574d8deb" providerId="LiveId" clId="{FA25A077-2728-41A8-B6A7-F55A56DFFD01}" dt="2025-11-19T22:04:05.539" v="66" actId="47"/>
        <pc:sldMkLst>
          <pc:docMk/>
          <pc:sldMk cId="0" sldId="266"/>
        </pc:sldMkLst>
      </pc:sldChg>
      <pc:sldChg chg="del">
        <pc:chgData name="Joshlee Chery" userId="ca83c9ec574d8deb" providerId="LiveId" clId="{FA25A077-2728-41A8-B6A7-F55A56DFFD01}" dt="2025-11-19T22:04:06.277" v="67" actId="47"/>
        <pc:sldMkLst>
          <pc:docMk/>
          <pc:sldMk cId="0" sldId="267"/>
        </pc:sldMkLst>
      </pc:sldChg>
      <pc:sldChg chg="del">
        <pc:chgData name="Joshlee Chery" userId="ca83c9ec574d8deb" providerId="LiveId" clId="{FA25A077-2728-41A8-B6A7-F55A56DFFD01}" dt="2025-11-19T22:04:15.145" v="68" actId="47"/>
        <pc:sldMkLst>
          <pc:docMk/>
          <pc:sldMk cId="0" sldId="268"/>
        </pc:sldMkLst>
      </pc:sldChg>
      <pc:sldChg chg="del">
        <pc:chgData name="Joshlee Chery" userId="ca83c9ec574d8deb" providerId="LiveId" clId="{FA25A077-2728-41A8-B6A7-F55A56DFFD01}" dt="2025-11-19T22:04:15.838" v="69" actId="47"/>
        <pc:sldMkLst>
          <pc:docMk/>
          <pc:sldMk cId="0" sldId="269"/>
        </pc:sldMkLst>
      </pc:sldChg>
      <pc:sldChg chg="del">
        <pc:chgData name="Joshlee Chery" userId="ca83c9ec574d8deb" providerId="LiveId" clId="{FA25A077-2728-41A8-B6A7-F55A56DFFD01}" dt="2025-11-19T22:04:16.742" v="70" actId="47"/>
        <pc:sldMkLst>
          <pc:docMk/>
          <pc:sldMk cId="0" sldId="270"/>
        </pc:sldMkLst>
      </pc:sldChg>
      <pc:sldChg chg="del">
        <pc:chgData name="Joshlee Chery" userId="ca83c9ec574d8deb" providerId="LiveId" clId="{FA25A077-2728-41A8-B6A7-F55A56DFFD01}" dt="2025-11-19T22:04:25.599" v="71" actId="47"/>
        <pc:sldMkLst>
          <pc:docMk/>
          <pc:sldMk cId="0" sldId="271"/>
        </pc:sldMkLst>
      </pc:sldChg>
      <pc:sldChg chg="del">
        <pc:chgData name="Joshlee Chery" userId="ca83c9ec574d8deb" providerId="LiveId" clId="{FA25A077-2728-41A8-B6A7-F55A56DFFD01}" dt="2025-11-19T22:04:26.591" v="72" actId="47"/>
        <pc:sldMkLst>
          <pc:docMk/>
          <pc:sldMk cId="0" sldId="272"/>
        </pc:sldMkLst>
      </pc:sldChg>
      <pc:sldChg chg="del">
        <pc:chgData name="Joshlee Chery" userId="ca83c9ec574d8deb" providerId="LiveId" clId="{FA25A077-2728-41A8-B6A7-F55A56DFFD01}" dt="2025-11-19T22:04:27.471" v="73" actId="47"/>
        <pc:sldMkLst>
          <pc:docMk/>
          <pc:sldMk cId="0" sldId="273"/>
        </pc:sldMkLst>
      </pc:sldChg>
      <pc:sldChg chg="del">
        <pc:chgData name="Joshlee Chery" userId="ca83c9ec574d8deb" providerId="LiveId" clId="{FA25A077-2728-41A8-B6A7-F55A56DFFD01}" dt="2025-11-19T22:04:28.830" v="74" actId="47"/>
        <pc:sldMkLst>
          <pc:docMk/>
          <pc:sldMk cId="0" sldId="274"/>
        </pc:sldMkLst>
      </pc:sldChg>
      <pc:sldChg chg="del">
        <pc:chgData name="Joshlee Chery" userId="ca83c9ec574d8deb" providerId="LiveId" clId="{FA25A077-2728-41A8-B6A7-F55A56DFFD01}" dt="2025-11-19T22:04:29.472" v="75" actId="47"/>
        <pc:sldMkLst>
          <pc:docMk/>
          <pc:sldMk cId="0" sldId="275"/>
        </pc:sldMkLst>
      </pc:sldChg>
      <pc:sldChg chg="del">
        <pc:chgData name="Joshlee Chery" userId="ca83c9ec574d8deb" providerId="LiveId" clId="{FA25A077-2728-41A8-B6A7-F55A56DFFD01}" dt="2025-11-19T22:04:30.155" v="76" actId="47"/>
        <pc:sldMkLst>
          <pc:docMk/>
          <pc:sldMk cId="0" sldId="276"/>
        </pc:sldMkLst>
      </pc:sldChg>
      <pc:sldChg chg="del">
        <pc:chgData name="Joshlee Chery" userId="ca83c9ec574d8deb" providerId="LiveId" clId="{FA25A077-2728-41A8-B6A7-F55A56DFFD01}" dt="2025-11-19T22:04:30.743" v="77" actId="47"/>
        <pc:sldMkLst>
          <pc:docMk/>
          <pc:sldMk cId="0" sldId="277"/>
        </pc:sldMkLst>
      </pc:sldChg>
      <pc:sldChg chg="del">
        <pc:chgData name="Joshlee Chery" userId="ca83c9ec574d8deb" providerId="LiveId" clId="{FA25A077-2728-41A8-B6A7-F55A56DFFD01}" dt="2025-11-19T22:04:31.707" v="78" actId="47"/>
        <pc:sldMkLst>
          <pc:docMk/>
          <pc:sldMk cId="0" sldId="278"/>
        </pc:sldMkLst>
      </pc:sldChg>
      <pc:sldChg chg="del">
        <pc:chgData name="Joshlee Chery" userId="ca83c9ec574d8deb" providerId="LiveId" clId="{FA25A077-2728-41A8-B6A7-F55A56DFFD01}" dt="2025-11-19T22:04:32.554" v="79" actId="47"/>
        <pc:sldMkLst>
          <pc:docMk/>
          <pc:sldMk cId="0" sldId="279"/>
        </pc:sldMkLst>
      </pc:sldChg>
      <pc:sldChg chg="del">
        <pc:chgData name="Joshlee Chery" userId="ca83c9ec574d8deb" providerId="LiveId" clId="{FA25A077-2728-41A8-B6A7-F55A56DFFD01}" dt="2025-11-19T22:04:33.605" v="80" actId="47"/>
        <pc:sldMkLst>
          <pc:docMk/>
          <pc:sldMk cId="0" sldId="280"/>
        </pc:sldMkLst>
      </pc:sldChg>
      <pc:sldChg chg="del">
        <pc:chgData name="Joshlee Chery" userId="ca83c9ec574d8deb" providerId="LiveId" clId="{FA25A077-2728-41A8-B6A7-F55A56DFFD01}" dt="2025-11-19T22:04:34.401" v="81" actId="47"/>
        <pc:sldMkLst>
          <pc:docMk/>
          <pc:sldMk cId="0" sldId="281"/>
        </pc:sldMkLst>
      </pc:sldChg>
      <pc:sldChg chg="del">
        <pc:chgData name="Joshlee Chery" userId="ca83c9ec574d8deb" providerId="LiveId" clId="{FA25A077-2728-41A8-B6A7-F55A56DFFD01}" dt="2025-11-19T22:04:35.953" v="82" actId="47"/>
        <pc:sldMkLst>
          <pc:docMk/>
          <pc:sldMk cId="0" sldId="282"/>
        </pc:sldMkLst>
      </pc:sldChg>
      <pc:sldChg chg="del">
        <pc:chgData name="Joshlee Chery" userId="ca83c9ec574d8deb" providerId="LiveId" clId="{FA25A077-2728-41A8-B6A7-F55A56DFFD01}" dt="2025-11-19T22:04:37.442" v="83" actId="47"/>
        <pc:sldMkLst>
          <pc:docMk/>
          <pc:sldMk cId="0" sldId="283"/>
        </pc:sldMkLst>
      </pc:sldChg>
      <pc:sldChg chg="del">
        <pc:chgData name="Joshlee Chery" userId="ca83c9ec574d8deb" providerId="LiveId" clId="{FA25A077-2728-41A8-B6A7-F55A56DFFD01}" dt="2025-11-19T22:04:38.203" v="84" actId="47"/>
        <pc:sldMkLst>
          <pc:docMk/>
          <pc:sldMk cId="0" sldId="284"/>
        </pc:sldMkLst>
      </pc:sldChg>
      <pc:sldChg chg="del">
        <pc:chgData name="Joshlee Chery" userId="ca83c9ec574d8deb" providerId="LiveId" clId="{FA25A077-2728-41A8-B6A7-F55A56DFFD01}" dt="2025-11-19T22:03:45.369" v="57" actId="47"/>
        <pc:sldMkLst>
          <pc:docMk/>
          <pc:sldMk cId="0" sldId="285"/>
        </pc:sldMkLst>
      </pc:sldChg>
      <pc:sldChg chg="del">
        <pc:chgData name="Joshlee Chery" userId="ca83c9ec574d8deb" providerId="LiveId" clId="{FA25A077-2728-41A8-B6A7-F55A56DFFD01}" dt="2025-11-19T22:03:45.689" v="58" actId="47"/>
        <pc:sldMkLst>
          <pc:docMk/>
          <pc:sldMk cId="0" sldId="286"/>
        </pc:sldMkLst>
      </pc:sldChg>
      <pc:sldChg chg="del">
        <pc:chgData name="Joshlee Chery" userId="ca83c9ec574d8deb" providerId="LiveId" clId="{FA25A077-2728-41A8-B6A7-F55A56DFFD01}" dt="2025-11-19T22:04:38.949" v="85" actId="47"/>
        <pc:sldMkLst>
          <pc:docMk/>
          <pc:sldMk cId="0" sldId="287"/>
        </pc:sldMkLst>
      </pc:sldChg>
      <pc:sldChg chg="del">
        <pc:chgData name="Joshlee Chery" userId="ca83c9ec574d8deb" providerId="LiveId" clId="{FA25A077-2728-41A8-B6A7-F55A56DFFD01}" dt="2025-11-19T22:04:40.478" v="86" actId="47"/>
        <pc:sldMkLst>
          <pc:docMk/>
          <pc:sldMk cId="0" sldId="288"/>
        </pc:sldMkLst>
      </pc:sldChg>
      <pc:sldChg chg="del">
        <pc:chgData name="Joshlee Chery" userId="ca83c9ec574d8deb" providerId="LiveId" clId="{FA25A077-2728-41A8-B6A7-F55A56DFFD01}" dt="2025-11-19T22:04:41.056" v="87" actId="47"/>
        <pc:sldMkLst>
          <pc:docMk/>
          <pc:sldMk cId="0" sldId="289"/>
        </pc:sldMkLst>
      </pc:sldChg>
      <pc:sldChg chg="del">
        <pc:chgData name="Joshlee Chery" userId="ca83c9ec574d8deb" providerId="LiveId" clId="{FA25A077-2728-41A8-B6A7-F55A56DFFD01}" dt="2025-11-19T22:04:41.632" v="88" actId="47"/>
        <pc:sldMkLst>
          <pc:docMk/>
          <pc:sldMk cId="0" sldId="290"/>
        </pc:sldMkLst>
      </pc:sldChg>
      <pc:sldChg chg="del">
        <pc:chgData name="Joshlee Chery" userId="ca83c9ec574d8deb" providerId="LiveId" clId="{FA25A077-2728-41A8-B6A7-F55A56DFFD01}" dt="2025-11-19T22:04:42.198" v="89" actId="47"/>
        <pc:sldMkLst>
          <pc:docMk/>
          <pc:sldMk cId="0" sldId="291"/>
        </pc:sldMkLst>
      </pc:sldChg>
      <pc:sldChg chg="del">
        <pc:chgData name="Joshlee Chery" userId="ca83c9ec574d8deb" providerId="LiveId" clId="{FA25A077-2728-41A8-B6A7-F55A56DFFD01}" dt="2025-11-19T22:03:41.193" v="55" actId="47"/>
        <pc:sldMkLst>
          <pc:docMk/>
          <pc:sldMk cId="0" sldId="292"/>
        </pc:sldMkLst>
      </pc:sldChg>
      <pc:sldChg chg="del">
        <pc:chgData name="Joshlee Chery" userId="ca83c9ec574d8deb" providerId="LiveId" clId="{FA25A077-2728-41A8-B6A7-F55A56DFFD01}" dt="2025-11-19T22:03:41.900" v="56" actId="47"/>
        <pc:sldMkLst>
          <pc:docMk/>
          <pc:sldMk cId="0" sldId="293"/>
        </pc:sldMkLst>
      </pc:sldChg>
      <pc:sldChg chg="del">
        <pc:chgData name="Joshlee Chery" userId="ca83c9ec574d8deb" providerId="LiveId" clId="{FA25A077-2728-41A8-B6A7-F55A56DFFD01}" dt="2025-11-19T22:03:38.143" v="54" actId="47"/>
        <pc:sldMkLst>
          <pc:docMk/>
          <pc:sldMk cId="0" sldId="294"/>
        </pc:sldMkLst>
      </pc:sldChg>
      <pc:sldChg chg="del">
        <pc:chgData name="Joshlee Chery" userId="ca83c9ec574d8deb" providerId="LiveId" clId="{FA25A077-2728-41A8-B6A7-F55A56DFFD01}" dt="2025-11-19T22:03:36.286" v="53" actId="47"/>
        <pc:sldMkLst>
          <pc:docMk/>
          <pc:sldMk cId="0" sldId="295"/>
        </pc:sldMkLst>
      </pc:sldChg>
      <pc:sldChg chg="modSp add del mod modClrScheme chgLayout">
        <pc:chgData name="Joshlee Chery" userId="ca83c9ec574d8deb" providerId="LiveId" clId="{FA25A077-2728-41A8-B6A7-F55A56DFFD01}" dt="2025-11-19T22:16:19.462" v="229" actId="47"/>
        <pc:sldMkLst>
          <pc:docMk/>
          <pc:sldMk cId="0" sldId="296"/>
        </pc:sldMkLst>
        <pc:spChg chg="mod ord">
          <ac:chgData name="Joshlee Chery" userId="ca83c9ec574d8deb" providerId="LiveId" clId="{FA25A077-2728-41A8-B6A7-F55A56DFFD01}" dt="2025-11-19T22:07:28.439" v="121" actId="700"/>
          <ac:spMkLst>
            <pc:docMk/>
            <pc:sldMk cId="0" sldId="296"/>
            <ac:spMk id="3983" creationId="{00000000-0000-0000-0000-000000000000}"/>
          </ac:spMkLst>
        </pc:spChg>
        <pc:spChg chg="mod ord">
          <ac:chgData name="Joshlee Chery" userId="ca83c9ec574d8deb" providerId="LiveId" clId="{FA25A077-2728-41A8-B6A7-F55A56DFFD01}" dt="2025-11-19T22:07:28.439" v="121" actId="700"/>
          <ac:spMkLst>
            <pc:docMk/>
            <pc:sldMk cId="0" sldId="296"/>
            <ac:spMk id="3984" creationId="{00000000-0000-0000-0000-000000000000}"/>
          </ac:spMkLst>
        </pc:spChg>
        <pc:spChg chg="mod ord">
          <ac:chgData name="Joshlee Chery" userId="ca83c9ec574d8deb" providerId="LiveId" clId="{FA25A077-2728-41A8-B6A7-F55A56DFFD01}" dt="2025-11-19T22:07:28.439" v="121" actId="700"/>
          <ac:spMkLst>
            <pc:docMk/>
            <pc:sldMk cId="0" sldId="296"/>
            <ac:spMk id="3985" creationId="{00000000-0000-0000-0000-000000000000}"/>
          </ac:spMkLst>
        </pc:spChg>
      </pc:sldChg>
      <pc:sldChg chg="del">
        <pc:chgData name="Joshlee Chery" userId="ca83c9ec574d8deb" providerId="LiveId" clId="{FA25A077-2728-41A8-B6A7-F55A56DFFD01}" dt="2025-11-19T22:03:29.523" v="52" actId="47"/>
        <pc:sldMkLst>
          <pc:docMk/>
          <pc:sldMk cId="0" sldId="297"/>
        </pc:sldMkLst>
      </pc:sldChg>
      <pc:sldChg chg="del">
        <pc:chgData name="Joshlee Chery" userId="ca83c9ec574d8deb" providerId="LiveId" clId="{FA25A077-2728-41A8-B6A7-F55A56DFFD01}" dt="2025-11-19T22:03:28.455" v="51" actId="47"/>
        <pc:sldMkLst>
          <pc:docMk/>
          <pc:sldMk cId="0" sldId="298"/>
        </pc:sldMkLst>
      </pc:sldChg>
      <pc:sldChg chg="del">
        <pc:chgData name="Joshlee Chery" userId="ca83c9ec574d8deb" providerId="LiveId" clId="{FA25A077-2728-41A8-B6A7-F55A56DFFD01}" dt="2025-11-19T22:03:27.611" v="50" actId="47"/>
        <pc:sldMkLst>
          <pc:docMk/>
          <pc:sldMk cId="0" sldId="299"/>
        </pc:sldMkLst>
      </pc:sldChg>
      <pc:sldChg chg="del">
        <pc:chgData name="Joshlee Chery" userId="ca83c9ec574d8deb" providerId="LiveId" clId="{FA25A077-2728-41A8-B6A7-F55A56DFFD01}" dt="2025-11-19T22:03:26.705" v="49" actId="47"/>
        <pc:sldMkLst>
          <pc:docMk/>
          <pc:sldMk cId="0" sldId="300"/>
        </pc:sldMkLst>
      </pc:sldChg>
      <pc:sldChg chg="del">
        <pc:chgData name="Joshlee Chery" userId="ca83c9ec574d8deb" providerId="LiveId" clId="{FA25A077-2728-41A8-B6A7-F55A56DFFD01}" dt="2025-11-19T22:03:19.850" v="48" actId="47"/>
        <pc:sldMkLst>
          <pc:docMk/>
          <pc:sldMk cId="0" sldId="301"/>
        </pc:sldMkLst>
      </pc:sldChg>
      <pc:sldChg chg="del">
        <pc:chgData name="Joshlee Chery" userId="ca83c9ec574d8deb" providerId="LiveId" clId="{FA25A077-2728-41A8-B6A7-F55A56DFFD01}" dt="2025-11-19T22:03:17.545" v="47" actId="47"/>
        <pc:sldMkLst>
          <pc:docMk/>
          <pc:sldMk cId="0" sldId="302"/>
        </pc:sldMkLst>
      </pc:sldChg>
      <pc:sldChg chg="del">
        <pc:chgData name="Joshlee Chery" userId="ca83c9ec574d8deb" providerId="LiveId" clId="{FA25A077-2728-41A8-B6A7-F55A56DFFD01}" dt="2025-11-19T22:03:15.710" v="46" actId="47"/>
        <pc:sldMkLst>
          <pc:docMk/>
          <pc:sldMk cId="0" sldId="303"/>
        </pc:sldMkLst>
      </pc:sldChg>
      <pc:sldChg chg="del">
        <pc:chgData name="Joshlee Chery" userId="ca83c9ec574d8deb" providerId="LiveId" clId="{FA25A077-2728-41A8-B6A7-F55A56DFFD01}" dt="2025-11-19T22:03:15.210" v="45" actId="47"/>
        <pc:sldMkLst>
          <pc:docMk/>
          <pc:sldMk cId="0" sldId="304"/>
        </pc:sldMkLst>
      </pc:sldChg>
      <pc:sldChg chg="del">
        <pc:chgData name="Joshlee Chery" userId="ca83c9ec574d8deb" providerId="LiveId" clId="{FA25A077-2728-41A8-B6A7-F55A56DFFD01}" dt="2025-11-19T22:03:14.141" v="44" actId="47"/>
        <pc:sldMkLst>
          <pc:docMk/>
          <pc:sldMk cId="0" sldId="305"/>
        </pc:sldMkLst>
      </pc:sldChg>
      <pc:sldChg chg="del">
        <pc:chgData name="Joshlee Chery" userId="ca83c9ec574d8deb" providerId="LiveId" clId="{FA25A077-2728-41A8-B6A7-F55A56DFFD01}" dt="2025-11-19T22:03:12.990" v="43" actId="47"/>
        <pc:sldMkLst>
          <pc:docMk/>
          <pc:sldMk cId="0" sldId="306"/>
        </pc:sldMkLst>
      </pc:sldChg>
      <pc:sldChg chg="del">
        <pc:chgData name="Joshlee Chery" userId="ca83c9ec574d8deb" providerId="LiveId" clId="{FA25A077-2728-41A8-B6A7-F55A56DFFD01}" dt="2025-11-19T22:03:11.697" v="42" actId="47"/>
        <pc:sldMkLst>
          <pc:docMk/>
          <pc:sldMk cId="0" sldId="307"/>
        </pc:sldMkLst>
      </pc:sldChg>
      <pc:sldChg chg="del">
        <pc:chgData name="Joshlee Chery" userId="ca83c9ec574d8deb" providerId="LiveId" clId="{FA25A077-2728-41A8-B6A7-F55A56DFFD01}" dt="2025-11-19T22:03:10.724" v="41" actId="47"/>
        <pc:sldMkLst>
          <pc:docMk/>
          <pc:sldMk cId="0" sldId="308"/>
        </pc:sldMkLst>
      </pc:sldChg>
      <pc:sldChg chg="del">
        <pc:chgData name="Joshlee Chery" userId="ca83c9ec574d8deb" providerId="LiveId" clId="{FA25A077-2728-41A8-B6A7-F55A56DFFD01}" dt="2025-11-19T22:03:10.122" v="40" actId="47"/>
        <pc:sldMkLst>
          <pc:docMk/>
          <pc:sldMk cId="0" sldId="309"/>
        </pc:sldMkLst>
      </pc:sldChg>
      <pc:sldChg chg="del">
        <pc:chgData name="Joshlee Chery" userId="ca83c9ec574d8deb" providerId="LiveId" clId="{FA25A077-2728-41A8-B6A7-F55A56DFFD01}" dt="2025-11-19T22:03:09.611" v="39" actId="47"/>
        <pc:sldMkLst>
          <pc:docMk/>
          <pc:sldMk cId="0" sldId="310"/>
        </pc:sldMkLst>
      </pc:sldChg>
      <pc:sldChg chg="del">
        <pc:chgData name="Joshlee Chery" userId="ca83c9ec574d8deb" providerId="LiveId" clId="{FA25A077-2728-41A8-B6A7-F55A56DFFD01}" dt="2025-11-19T22:03:08.968" v="38" actId="47"/>
        <pc:sldMkLst>
          <pc:docMk/>
          <pc:sldMk cId="0" sldId="311"/>
        </pc:sldMkLst>
      </pc:sldChg>
      <pc:sldChg chg="del">
        <pc:chgData name="Joshlee Chery" userId="ca83c9ec574d8deb" providerId="LiveId" clId="{FA25A077-2728-41A8-B6A7-F55A56DFFD01}" dt="2025-11-19T22:03:07.906" v="37" actId="47"/>
        <pc:sldMkLst>
          <pc:docMk/>
          <pc:sldMk cId="0" sldId="312"/>
        </pc:sldMkLst>
      </pc:sldChg>
      <pc:sldChg chg="del">
        <pc:chgData name="Joshlee Chery" userId="ca83c9ec574d8deb" providerId="LiveId" clId="{FA25A077-2728-41A8-B6A7-F55A56DFFD01}" dt="2025-11-19T22:03:07.003" v="36" actId="47"/>
        <pc:sldMkLst>
          <pc:docMk/>
          <pc:sldMk cId="0" sldId="313"/>
        </pc:sldMkLst>
      </pc:sldChg>
      <pc:sldChg chg="del">
        <pc:chgData name="Joshlee Chery" userId="ca83c9ec574d8deb" providerId="LiveId" clId="{FA25A077-2728-41A8-B6A7-F55A56DFFD01}" dt="2025-11-19T22:03:05.989" v="35" actId="47"/>
        <pc:sldMkLst>
          <pc:docMk/>
          <pc:sldMk cId="0" sldId="314"/>
        </pc:sldMkLst>
      </pc:sldChg>
      <pc:sldChg chg="del">
        <pc:chgData name="Joshlee Chery" userId="ca83c9ec574d8deb" providerId="LiveId" clId="{FA25A077-2728-41A8-B6A7-F55A56DFFD01}" dt="2025-11-19T22:03:02.785" v="34" actId="47"/>
        <pc:sldMkLst>
          <pc:docMk/>
          <pc:sldMk cId="0" sldId="315"/>
        </pc:sldMkLst>
      </pc:sldChg>
      <pc:sldChg chg="del">
        <pc:chgData name="Joshlee Chery" userId="ca83c9ec574d8deb" providerId="LiveId" clId="{FA25A077-2728-41A8-B6A7-F55A56DFFD01}" dt="2025-11-19T22:03:01.727" v="33" actId="47"/>
        <pc:sldMkLst>
          <pc:docMk/>
          <pc:sldMk cId="0" sldId="316"/>
        </pc:sldMkLst>
      </pc:sldChg>
      <pc:sldChg chg="del">
        <pc:chgData name="Joshlee Chery" userId="ca83c9ec574d8deb" providerId="LiveId" clId="{FA25A077-2728-41A8-B6A7-F55A56DFFD01}" dt="2025-11-19T22:02:52.923" v="32" actId="47"/>
        <pc:sldMkLst>
          <pc:docMk/>
          <pc:sldMk cId="0" sldId="317"/>
        </pc:sldMkLst>
      </pc:sldChg>
      <pc:sldChg chg="del">
        <pc:chgData name="Joshlee Chery" userId="ca83c9ec574d8deb" providerId="LiveId" clId="{FA25A077-2728-41A8-B6A7-F55A56DFFD01}" dt="2025-11-19T22:02:49.313" v="31" actId="47"/>
        <pc:sldMkLst>
          <pc:docMk/>
          <pc:sldMk cId="0" sldId="318"/>
        </pc:sldMkLst>
      </pc:sldChg>
      <pc:sldChg chg="del">
        <pc:chgData name="Joshlee Chery" userId="ca83c9ec574d8deb" providerId="LiveId" clId="{FA25A077-2728-41A8-B6A7-F55A56DFFD01}" dt="2025-11-19T22:02:44.398" v="30" actId="47"/>
        <pc:sldMkLst>
          <pc:docMk/>
          <pc:sldMk cId="0" sldId="319"/>
        </pc:sldMkLst>
      </pc:sldChg>
      <pc:sldChg chg="del">
        <pc:chgData name="Joshlee Chery" userId="ca83c9ec574d8deb" providerId="LiveId" clId="{FA25A077-2728-41A8-B6A7-F55A56DFFD01}" dt="2025-11-19T22:02:43.500" v="29" actId="47"/>
        <pc:sldMkLst>
          <pc:docMk/>
          <pc:sldMk cId="0" sldId="320"/>
        </pc:sldMkLst>
      </pc:sldChg>
      <pc:sldChg chg="del">
        <pc:chgData name="Joshlee Chery" userId="ca83c9ec574d8deb" providerId="LiveId" clId="{FA25A077-2728-41A8-B6A7-F55A56DFFD01}" dt="2025-11-19T22:02:42.496" v="28" actId="47"/>
        <pc:sldMkLst>
          <pc:docMk/>
          <pc:sldMk cId="0" sldId="321"/>
        </pc:sldMkLst>
      </pc:sldChg>
      <pc:sldChg chg="del">
        <pc:chgData name="Joshlee Chery" userId="ca83c9ec574d8deb" providerId="LiveId" clId="{FA25A077-2728-41A8-B6A7-F55A56DFFD01}" dt="2025-11-19T22:02:40.513" v="27" actId="47"/>
        <pc:sldMkLst>
          <pc:docMk/>
          <pc:sldMk cId="0" sldId="322"/>
        </pc:sldMkLst>
      </pc:sldChg>
      <pc:sldChg chg="del">
        <pc:chgData name="Joshlee Chery" userId="ca83c9ec574d8deb" providerId="LiveId" clId="{FA25A077-2728-41A8-B6A7-F55A56DFFD01}" dt="2025-11-19T22:02:37.808" v="26" actId="47"/>
        <pc:sldMkLst>
          <pc:docMk/>
          <pc:sldMk cId="0" sldId="323"/>
        </pc:sldMkLst>
      </pc:sldChg>
      <pc:sldChg chg="del">
        <pc:chgData name="Joshlee Chery" userId="ca83c9ec574d8deb" providerId="LiveId" clId="{FA25A077-2728-41A8-B6A7-F55A56DFFD01}" dt="2025-11-19T22:02:37.808" v="26" actId="47"/>
        <pc:sldMkLst>
          <pc:docMk/>
          <pc:sldMk cId="0" sldId="324"/>
        </pc:sldMkLst>
      </pc:sldChg>
      <pc:sldChg chg="del">
        <pc:chgData name="Joshlee Chery" userId="ca83c9ec574d8deb" providerId="LiveId" clId="{FA25A077-2728-41A8-B6A7-F55A56DFFD01}" dt="2025-11-19T22:02:35.547" v="25" actId="47"/>
        <pc:sldMkLst>
          <pc:docMk/>
          <pc:sldMk cId="0" sldId="325"/>
        </pc:sldMkLst>
      </pc:sldChg>
      <pc:sldChg chg="del">
        <pc:chgData name="Joshlee Chery" userId="ca83c9ec574d8deb" providerId="LiveId" clId="{FA25A077-2728-41A8-B6A7-F55A56DFFD01}" dt="2025-11-19T22:02:35.547" v="25" actId="47"/>
        <pc:sldMkLst>
          <pc:docMk/>
          <pc:sldMk cId="0" sldId="326"/>
        </pc:sldMkLst>
      </pc:sldChg>
      <pc:sldChg chg="del">
        <pc:chgData name="Joshlee Chery" userId="ca83c9ec574d8deb" providerId="LiveId" clId="{FA25A077-2728-41A8-B6A7-F55A56DFFD01}" dt="2025-11-19T22:02:35.547" v="25" actId="47"/>
        <pc:sldMkLst>
          <pc:docMk/>
          <pc:sldMk cId="0" sldId="327"/>
        </pc:sldMkLst>
      </pc:sldChg>
      <pc:sldChg chg="del">
        <pc:chgData name="Joshlee Chery" userId="ca83c9ec574d8deb" providerId="LiveId" clId="{FA25A077-2728-41A8-B6A7-F55A56DFFD01}" dt="2025-11-19T22:02:35.547" v="25" actId="47"/>
        <pc:sldMkLst>
          <pc:docMk/>
          <pc:sldMk cId="0" sldId="328"/>
        </pc:sldMkLst>
      </pc:sldChg>
      <pc:sldChg chg="del">
        <pc:chgData name="Joshlee Chery" userId="ca83c9ec574d8deb" providerId="LiveId" clId="{FA25A077-2728-41A8-B6A7-F55A56DFFD01}" dt="2025-11-19T22:02:35.547" v="25" actId="47"/>
        <pc:sldMkLst>
          <pc:docMk/>
          <pc:sldMk cId="0" sldId="329"/>
        </pc:sldMkLst>
      </pc:sldChg>
      <pc:sldChg chg="del">
        <pc:chgData name="Joshlee Chery" userId="ca83c9ec574d8deb" providerId="LiveId" clId="{FA25A077-2728-41A8-B6A7-F55A56DFFD01}" dt="2025-11-19T22:02:35.547" v="25" actId="47"/>
        <pc:sldMkLst>
          <pc:docMk/>
          <pc:sldMk cId="0" sldId="330"/>
        </pc:sldMkLst>
      </pc:sldChg>
      <pc:sldChg chg="del">
        <pc:chgData name="Joshlee Chery" userId="ca83c9ec574d8deb" providerId="LiveId" clId="{FA25A077-2728-41A8-B6A7-F55A56DFFD01}" dt="2025-11-19T22:02:35.547" v="25" actId="47"/>
        <pc:sldMkLst>
          <pc:docMk/>
          <pc:sldMk cId="0" sldId="331"/>
        </pc:sldMkLst>
      </pc:sldChg>
      <pc:sldChg chg="del">
        <pc:chgData name="Joshlee Chery" userId="ca83c9ec574d8deb" providerId="LiveId" clId="{FA25A077-2728-41A8-B6A7-F55A56DFFD01}" dt="2025-11-19T22:02:35.547" v="25" actId="47"/>
        <pc:sldMkLst>
          <pc:docMk/>
          <pc:sldMk cId="0" sldId="332"/>
        </pc:sldMkLst>
      </pc:sldChg>
      <pc:sldChg chg="del">
        <pc:chgData name="Joshlee Chery" userId="ca83c9ec574d8deb" providerId="LiveId" clId="{FA25A077-2728-41A8-B6A7-F55A56DFFD01}" dt="2025-11-19T22:02:31.415" v="24" actId="47"/>
        <pc:sldMkLst>
          <pc:docMk/>
          <pc:sldMk cId="0" sldId="333"/>
        </pc:sldMkLst>
      </pc:sldChg>
      <pc:sldChg chg="del">
        <pc:chgData name="Joshlee Chery" userId="ca83c9ec574d8deb" providerId="LiveId" clId="{FA25A077-2728-41A8-B6A7-F55A56DFFD01}" dt="2025-11-19T22:02:31.415" v="24" actId="47"/>
        <pc:sldMkLst>
          <pc:docMk/>
          <pc:sldMk cId="0" sldId="334"/>
        </pc:sldMkLst>
      </pc:sldChg>
      <pc:sldChg chg="del">
        <pc:chgData name="Joshlee Chery" userId="ca83c9ec574d8deb" providerId="LiveId" clId="{FA25A077-2728-41A8-B6A7-F55A56DFFD01}" dt="2025-11-19T22:02:31.415" v="24" actId="47"/>
        <pc:sldMkLst>
          <pc:docMk/>
          <pc:sldMk cId="0" sldId="335"/>
        </pc:sldMkLst>
      </pc:sldChg>
      <pc:sldChg chg="del">
        <pc:chgData name="Joshlee Chery" userId="ca83c9ec574d8deb" providerId="LiveId" clId="{FA25A077-2728-41A8-B6A7-F55A56DFFD01}" dt="2025-11-19T22:02:31.415" v="24" actId="47"/>
        <pc:sldMkLst>
          <pc:docMk/>
          <pc:sldMk cId="0" sldId="336"/>
        </pc:sldMkLst>
      </pc:sldChg>
      <pc:sldChg chg="del">
        <pc:chgData name="Joshlee Chery" userId="ca83c9ec574d8deb" providerId="LiveId" clId="{FA25A077-2728-41A8-B6A7-F55A56DFFD01}" dt="2025-11-19T22:02:31.415" v="24" actId="47"/>
        <pc:sldMkLst>
          <pc:docMk/>
          <pc:sldMk cId="0" sldId="337"/>
        </pc:sldMkLst>
      </pc:sldChg>
      <pc:sldChg chg="del">
        <pc:chgData name="Joshlee Chery" userId="ca83c9ec574d8deb" providerId="LiveId" clId="{FA25A077-2728-41A8-B6A7-F55A56DFFD01}" dt="2025-11-19T22:02:31.415" v="24" actId="47"/>
        <pc:sldMkLst>
          <pc:docMk/>
          <pc:sldMk cId="0" sldId="338"/>
        </pc:sldMkLst>
      </pc:sldChg>
      <pc:sldChg chg="del">
        <pc:chgData name="Joshlee Chery" userId="ca83c9ec574d8deb" providerId="LiveId" clId="{FA25A077-2728-41A8-B6A7-F55A56DFFD01}" dt="2025-11-19T22:02:31.415" v="24" actId="47"/>
        <pc:sldMkLst>
          <pc:docMk/>
          <pc:sldMk cId="0" sldId="339"/>
        </pc:sldMkLst>
      </pc:sldChg>
      <pc:sldChg chg="del">
        <pc:chgData name="Joshlee Chery" userId="ca83c9ec574d8deb" providerId="LiveId" clId="{FA25A077-2728-41A8-B6A7-F55A56DFFD01}" dt="2025-11-19T22:02:31.415" v="24" actId="47"/>
        <pc:sldMkLst>
          <pc:docMk/>
          <pc:sldMk cId="0" sldId="340"/>
        </pc:sldMkLst>
      </pc:sldChg>
      <pc:sldChg chg="modSp mod">
        <pc:chgData name="Joshlee Chery" userId="ca83c9ec574d8deb" providerId="LiveId" clId="{FA25A077-2728-41A8-B6A7-F55A56DFFD01}" dt="2025-11-19T22:15:21.259" v="163" actId="255"/>
        <pc:sldMkLst>
          <pc:docMk/>
          <pc:sldMk cId="1948779685" sldId="341"/>
        </pc:sldMkLst>
        <pc:spChg chg="mod">
          <ac:chgData name="Joshlee Chery" userId="ca83c9ec574d8deb" providerId="LiveId" clId="{FA25A077-2728-41A8-B6A7-F55A56DFFD01}" dt="2025-11-19T22:15:21.259" v="163" actId="255"/>
          <ac:spMkLst>
            <pc:docMk/>
            <pc:sldMk cId="1948779685" sldId="341"/>
            <ac:spMk id="743" creationId="{CC525A3D-8ECA-B43B-CCBB-0ED909F39F59}"/>
          </ac:spMkLst>
        </pc:spChg>
      </pc:sldChg>
      <pc:sldChg chg="addSp modSp add mod modClrScheme chgLayout">
        <pc:chgData name="Joshlee Chery" userId="ca83c9ec574d8deb" providerId="LiveId" clId="{FA25A077-2728-41A8-B6A7-F55A56DFFD01}" dt="2025-11-19T22:15:16.968" v="162" actId="255"/>
        <pc:sldMkLst>
          <pc:docMk/>
          <pc:sldMk cId="3463098031" sldId="342"/>
        </pc:sldMkLst>
        <pc:spChg chg="mod ord">
          <ac:chgData name="Joshlee Chery" userId="ca83c9ec574d8deb" providerId="LiveId" clId="{FA25A077-2728-41A8-B6A7-F55A56DFFD01}" dt="2025-11-19T22:14:40.603" v="155" actId="700"/>
          <ac:spMkLst>
            <pc:docMk/>
            <pc:sldMk cId="3463098031" sldId="342"/>
            <ac:spMk id="2" creationId="{C2F15959-2C4C-8DC7-4B20-50B35564D548}"/>
          </ac:spMkLst>
        </pc:spChg>
        <pc:spChg chg="mod ord">
          <ac:chgData name="Joshlee Chery" userId="ca83c9ec574d8deb" providerId="LiveId" clId="{FA25A077-2728-41A8-B6A7-F55A56DFFD01}" dt="2025-11-19T22:15:16.968" v="162" actId="255"/>
          <ac:spMkLst>
            <pc:docMk/>
            <pc:sldMk cId="3463098031" sldId="342"/>
            <ac:spMk id="3" creationId="{C5FC5BAA-C3BD-FBB5-1734-4DD58CCF7D03}"/>
          </ac:spMkLst>
        </pc:spChg>
        <pc:spChg chg="add mod ord">
          <ac:chgData name="Joshlee Chery" userId="ca83c9ec574d8deb" providerId="LiveId" clId="{FA25A077-2728-41A8-B6A7-F55A56DFFD01}" dt="2025-11-19T22:14:43.582" v="157" actId="20577"/>
          <ac:spMkLst>
            <pc:docMk/>
            <pc:sldMk cId="3463098031" sldId="342"/>
            <ac:spMk id="4" creationId="{1E06665D-652D-0B9E-450A-6ACA398305E7}"/>
          </ac:spMkLst>
        </pc:spChg>
      </pc:sldChg>
      <pc:sldChg chg="addSp delSp modSp add mod modClrScheme chgLayout">
        <pc:chgData name="Joshlee Chery" userId="ca83c9ec574d8deb" providerId="LiveId" clId="{FA25A077-2728-41A8-B6A7-F55A56DFFD01}" dt="2025-11-19T22:34:03.150" v="410" actId="313"/>
        <pc:sldMkLst>
          <pc:docMk/>
          <pc:sldMk cId="1915135351" sldId="343"/>
        </pc:sldMkLst>
        <pc:spChg chg="mod ord">
          <ac:chgData name="Joshlee Chery" userId="ca83c9ec574d8deb" providerId="LiveId" clId="{FA25A077-2728-41A8-B6A7-F55A56DFFD01}" dt="2025-11-19T22:06:23.021" v="111" actId="20577"/>
          <ac:spMkLst>
            <pc:docMk/>
            <pc:sldMk cId="1915135351" sldId="343"/>
            <ac:spMk id="2" creationId="{DD16F3BD-EA8E-D43F-1A71-A008C96E95B7}"/>
          </ac:spMkLst>
        </pc:spChg>
        <pc:spChg chg="del">
          <ac:chgData name="Joshlee Chery" userId="ca83c9ec574d8deb" providerId="LiveId" clId="{FA25A077-2728-41A8-B6A7-F55A56DFFD01}" dt="2025-11-19T22:00:54.014" v="14" actId="700"/>
          <ac:spMkLst>
            <pc:docMk/>
            <pc:sldMk cId="1915135351" sldId="343"/>
            <ac:spMk id="3" creationId="{1347DEF1-B2FC-6D5A-D42C-2B175C3D6026}"/>
          </ac:spMkLst>
        </pc:spChg>
        <pc:graphicFrameChg chg="add mod modGraphic">
          <ac:chgData name="Joshlee Chery" userId="ca83c9ec574d8deb" providerId="LiveId" clId="{FA25A077-2728-41A8-B6A7-F55A56DFFD01}" dt="2025-11-19T22:34:03.150" v="410" actId="313"/>
          <ac:graphicFrameMkLst>
            <pc:docMk/>
            <pc:sldMk cId="1915135351" sldId="343"/>
            <ac:graphicFrameMk id="4" creationId="{F7754BF9-65FB-7782-2BF7-76E4FD4561D1}"/>
          </ac:graphicFrameMkLst>
        </pc:graphicFrameChg>
      </pc:sldChg>
      <pc:sldChg chg="addSp delSp modSp add mod modClrScheme chgLayout">
        <pc:chgData name="Joshlee Chery" userId="ca83c9ec574d8deb" providerId="LiveId" clId="{FA25A077-2728-41A8-B6A7-F55A56DFFD01}" dt="2025-11-19T22:45:32.969" v="508" actId="1076"/>
        <pc:sldMkLst>
          <pc:docMk/>
          <pc:sldMk cId="2553572328" sldId="344"/>
        </pc:sldMkLst>
        <pc:spChg chg="mod ord">
          <ac:chgData name="Joshlee Chery" userId="ca83c9ec574d8deb" providerId="LiveId" clId="{FA25A077-2728-41A8-B6A7-F55A56DFFD01}" dt="2025-11-19T22:35:26.148" v="429" actId="20577"/>
          <ac:spMkLst>
            <pc:docMk/>
            <pc:sldMk cId="2553572328" sldId="344"/>
            <ac:spMk id="2" creationId="{C193D639-AB14-983C-B4F1-AF4A75E7A620}"/>
          </ac:spMkLst>
        </pc:spChg>
        <pc:spChg chg="del mod ord">
          <ac:chgData name="Joshlee Chery" userId="ca83c9ec574d8deb" providerId="LiveId" clId="{FA25A077-2728-41A8-B6A7-F55A56DFFD01}" dt="2025-11-19T22:35:06.769" v="419" actId="700"/>
          <ac:spMkLst>
            <pc:docMk/>
            <pc:sldMk cId="2553572328" sldId="344"/>
            <ac:spMk id="3" creationId="{069E1DDC-5886-AC81-D4A8-E690C8EE4931}"/>
          </ac:spMkLst>
        </pc:spChg>
        <pc:spChg chg="add mod ord">
          <ac:chgData name="Joshlee Chery" userId="ca83c9ec574d8deb" providerId="LiveId" clId="{FA25A077-2728-41A8-B6A7-F55A56DFFD01}" dt="2025-11-19T22:35:30.995" v="431" actId="20577"/>
          <ac:spMkLst>
            <pc:docMk/>
            <pc:sldMk cId="2553572328" sldId="344"/>
            <ac:spMk id="4" creationId="{C90BC06D-D553-BDFD-038D-5BCB6338A05D}"/>
          </ac:spMkLst>
        </pc:spChg>
        <pc:spChg chg="add del mod">
          <ac:chgData name="Joshlee Chery" userId="ca83c9ec574d8deb" providerId="LiveId" clId="{FA25A077-2728-41A8-B6A7-F55A56DFFD01}" dt="2025-11-19T22:06:38.299" v="113" actId="700"/>
          <ac:spMkLst>
            <pc:docMk/>
            <pc:sldMk cId="2553572328" sldId="344"/>
            <ac:spMk id="8" creationId="{DC2B3FA0-81B4-3BB3-001C-AF614A2D2A12}"/>
          </ac:spMkLst>
        </pc:spChg>
        <pc:picChg chg="add mod">
          <ac:chgData name="Joshlee Chery" userId="ca83c9ec574d8deb" providerId="LiveId" clId="{FA25A077-2728-41A8-B6A7-F55A56DFFD01}" dt="2025-11-19T22:45:32.969" v="508" actId="1076"/>
          <ac:picMkLst>
            <pc:docMk/>
            <pc:sldMk cId="2553572328" sldId="344"/>
            <ac:picMk id="5" creationId="{504D39E4-53AA-A621-04C3-5986D614930D}"/>
          </ac:picMkLst>
        </pc:picChg>
        <pc:picChg chg="add mod">
          <ac:chgData name="Joshlee Chery" userId="ca83c9ec574d8deb" providerId="LiveId" clId="{FA25A077-2728-41A8-B6A7-F55A56DFFD01}" dt="2025-11-19T22:45:32.969" v="508" actId="1076"/>
          <ac:picMkLst>
            <pc:docMk/>
            <pc:sldMk cId="2553572328" sldId="344"/>
            <ac:picMk id="6" creationId="{790D6117-BD76-8F50-87D0-65FE0C835349}"/>
          </ac:picMkLst>
        </pc:picChg>
        <pc:picChg chg="add mod">
          <ac:chgData name="Joshlee Chery" userId="ca83c9ec574d8deb" providerId="LiveId" clId="{FA25A077-2728-41A8-B6A7-F55A56DFFD01}" dt="2025-11-19T22:45:32.969" v="508" actId="1076"/>
          <ac:picMkLst>
            <pc:docMk/>
            <pc:sldMk cId="2553572328" sldId="344"/>
            <ac:picMk id="7" creationId="{910954A4-FD93-7D39-9DCB-6C49F82CC04D}"/>
          </ac:picMkLst>
        </pc:picChg>
        <pc:picChg chg="add mod">
          <ac:chgData name="Joshlee Chery" userId="ca83c9ec574d8deb" providerId="LiveId" clId="{FA25A077-2728-41A8-B6A7-F55A56DFFD01}" dt="2025-11-19T22:45:32.969" v="508" actId="1076"/>
          <ac:picMkLst>
            <pc:docMk/>
            <pc:sldMk cId="2553572328" sldId="344"/>
            <ac:picMk id="9" creationId="{62B3211B-6156-B3F2-20C6-FDE445A3260A}"/>
          </ac:picMkLst>
        </pc:picChg>
        <pc:picChg chg="add mod">
          <ac:chgData name="Joshlee Chery" userId="ca83c9ec574d8deb" providerId="LiveId" clId="{FA25A077-2728-41A8-B6A7-F55A56DFFD01}" dt="2025-11-19T22:45:32.969" v="508" actId="1076"/>
          <ac:picMkLst>
            <pc:docMk/>
            <pc:sldMk cId="2553572328" sldId="344"/>
            <ac:picMk id="10" creationId="{134F4D1C-80CA-F576-4FE0-3C905187CC4B}"/>
          </ac:picMkLst>
        </pc:picChg>
      </pc:sldChg>
      <pc:sldChg chg="add del">
        <pc:chgData name="Joshlee Chery" userId="ca83c9ec574d8deb" providerId="LiveId" clId="{FA25A077-2728-41A8-B6A7-F55A56DFFD01}" dt="2025-11-19T22:01:30.653" v="17" actId="47"/>
        <pc:sldMkLst>
          <pc:docMk/>
          <pc:sldMk cId="1053690925" sldId="345"/>
        </pc:sldMkLst>
      </pc:sldChg>
      <pc:sldChg chg="addSp delSp modSp add mod modClrScheme chgLayout">
        <pc:chgData name="Joshlee Chery" userId="ca83c9ec574d8deb" providerId="LiveId" clId="{FA25A077-2728-41A8-B6A7-F55A56DFFD01}" dt="2025-11-19T22:16:13.134" v="228" actId="20577"/>
        <pc:sldMkLst>
          <pc:docMk/>
          <pc:sldMk cId="2556813716" sldId="346"/>
        </pc:sldMkLst>
        <pc:spChg chg="mod ord">
          <ac:chgData name="Joshlee Chery" userId="ca83c9ec574d8deb" providerId="LiveId" clId="{FA25A077-2728-41A8-B6A7-F55A56DFFD01}" dt="2025-11-19T22:13:05.517" v="137" actId="700"/>
          <ac:spMkLst>
            <pc:docMk/>
            <pc:sldMk cId="2556813716" sldId="346"/>
            <ac:spMk id="2" creationId="{21AF7737-04B8-B41B-2FAD-2E1CBC681EA6}"/>
          </ac:spMkLst>
        </pc:spChg>
        <pc:spChg chg="mod ord">
          <ac:chgData name="Joshlee Chery" userId="ca83c9ec574d8deb" providerId="LiveId" clId="{FA25A077-2728-41A8-B6A7-F55A56DFFD01}" dt="2025-11-19T22:16:13.134" v="228" actId="20577"/>
          <ac:spMkLst>
            <pc:docMk/>
            <pc:sldMk cId="2556813716" sldId="346"/>
            <ac:spMk id="3" creationId="{CC0C8C66-368B-A520-649A-38C8FCE15228}"/>
          </ac:spMkLst>
        </pc:spChg>
        <pc:spChg chg="add del mod ord">
          <ac:chgData name="Joshlee Chery" userId="ca83c9ec574d8deb" providerId="LiveId" clId="{FA25A077-2728-41A8-B6A7-F55A56DFFD01}" dt="2025-11-19T22:08:09.312" v="127" actId="700"/>
          <ac:spMkLst>
            <pc:docMk/>
            <pc:sldMk cId="2556813716" sldId="346"/>
            <ac:spMk id="4" creationId="{6E347D13-5FE3-EABB-4C88-CBE26BE88CA4}"/>
          </ac:spMkLst>
        </pc:spChg>
        <pc:spChg chg="add mod ord">
          <ac:chgData name="Joshlee Chery" userId="ca83c9ec574d8deb" providerId="LiveId" clId="{FA25A077-2728-41A8-B6A7-F55A56DFFD01}" dt="2025-11-19T22:14:58.681" v="161" actId="20577"/>
          <ac:spMkLst>
            <pc:docMk/>
            <pc:sldMk cId="2556813716" sldId="346"/>
            <ac:spMk id="5" creationId="{81B54455-1650-15CE-83FC-CDCAA3F34CED}"/>
          </ac:spMkLst>
        </pc:spChg>
      </pc:sldChg>
      <pc:sldChg chg="modSp add del mod modTransition">
        <pc:chgData name="Joshlee Chery" userId="ca83c9ec574d8deb" providerId="LiveId" clId="{FA25A077-2728-41A8-B6A7-F55A56DFFD01}" dt="2025-11-19T22:17:58.738" v="232" actId="47"/>
        <pc:sldMkLst>
          <pc:docMk/>
          <pc:sldMk cId="1087281700" sldId="347"/>
        </pc:sldMkLst>
        <pc:spChg chg="mod">
          <ac:chgData name="Joshlee Chery" userId="ca83c9ec574d8deb" providerId="LiveId" clId="{FA25A077-2728-41A8-B6A7-F55A56DFFD01}" dt="2025-11-19T22:17:49.047" v="231" actId="48537"/>
          <ac:spMkLst>
            <pc:docMk/>
            <pc:sldMk cId="1087281700" sldId="347"/>
            <ac:spMk id="2" creationId="{920A4755-1E5F-D993-065A-C02CFA921940}"/>
          </ac:spMkLst>
        </pc:spChg>
        <pc:spChg chg="mod">
          <ac:chgData name="Joshlee Chery" userId="ca83c9ec574d8deb" providerId="LiveId" clId="{FA25A077-2728-41A8-B6A7-F55A56DFFD01}" dt="2025-11-19T22:17:49.047" v="231" actId="48537"/>
          <ac:spMkLst>
            <pc:docMk/>
            <pc:sldMk cId="1087281700" sldId="347"/>
            <ac:spMk id="5" creationId="{49C57166-5996-40B5-B2F7-EC5A036A3BC5}"/>
          </ac:spMkLst>
        </pc:spChg>
        <pc:picChg chg="mod ord">
          <ac:chgData name="Joshlee Chery" userId="ca83c9ec574d8deb" providerId="LiveId" clId="{FA25A077-2728-41A8-B6A7-F55A56DFFD01}" dt="2025-11-19T22:17:49.047" v="231" actId="48537"/>
          <ac:picMkLst>
            <pc:docMk/>
            <pc:sldMk cId="1087281700" sldId="347"/>
            <ac:picMk id="4" creationId="{625827A2-9AE5-4676-819F-A56B3B043DF7}"/>
          </ac:picMkLst>
        </pc:picChg>
      </pc:sldChg>
      <pc:sldChg chg="modSp new mod">
        <pc:chgData name="Joshlee Chery" userId="ca83c9ec574d8deb" providerId="LiveId" clId="{FA25A077-2728-41A8-B6A7-F55A56DFFD01}" dt="2025-11-19T22:40:48.105" v="449" actId="20577"/>
        <pc:sldMkLst>
          <pc:docMk/>
          <pc:sldMk cId="2356040445" sldId="347"/>
        </pc:sldMkLst>
        <pc:spChg chg="mod">
          <ac:chgData name="Joshlee Chery" userId="ca83c9ec574d8deb" providerId="LiveId" clId="{FA25A077-2728-41A8-B6A7-F55A56DFFD01}" dt="2025-11-19T22:34:51.707" v="415" actId="20577"/>
          <ac:spMkLst>
            <pc:docMk/>
            <pc:sldMk cId="2356040445" sldId="347"/>
            <ac:spMk id="2" creationId="{81A6C23A-6E2F-859F-8ED4-EF9318941055}"/>
          </ac:spMkLst>
        </pc:spChg>
        <pc:spChg chg="mod">
          <ac:chgData name="Joshlee Chery" userId="ca83c9ec574d8deb" providerId="LiveId" clId="{FA25A077-2728-41A8-B6A7-F55A56DFFD01}" dt="2025-11-19T22:40:48.105" v="449" actId="20577"/>
          <ac:spMkLst>
            <pc:docMk/>
            <pc:sldMk cId="2356040445" sldId="347"/>
            <ac:spMk id="3" creationId="{9312E9D0-3EF5-206A-3E6F-6BE6453390F1}"/>
          </ac:spMkLst>
        </pc:spChg>
      </pc:sldChg>
      <pc:sldChg chg="modSp new del">
        <pc:chgData name="Joshlee Chery" userId="ca83c9ec574d8deb" providerId="LiveId" clId="{FA25A077-2728-41A8-B6A7-F55A56DFFD01}" dt="2025-11-19T22:07:56.994" v="125" actId="47"/>
        <pc:sldMkLst>
          <pc:docMk/>
          <pc:sldMk cId="2738218733" sldId="347"/>
        </pc:sldMkLst>
        <pc:spChg chg="mod">
          <ac:chgData name="Joshlee Chery" userId="ca83c9ec574d8deb" providerId="LiveId" clId="{FA25A077-2728-41A8-B6A7-F55A56DFFD01}" dt="2025-11-19T22:07:46.760" v="124"/>
          <ac:spMkLst>
            <pc:docMk/>
            <pc:sldMk cId="2738218733" sldId="347"/>
            <ac:spMk id="2" creationId="{CCCCE4C3-2D18-7FE0-F117-DE652B2A0711}"/>
          </ac:spMkLst>
        </pc:spChg>
      </pc:sldChg>
      <pc:sldChg chg="new del">
        <pc:chgData name="Joshlee Chery" userId="ca83c9ec574d8deb" providerId="LiveId" clId="{FA25A077-2728-41A8-B6A7-F55A56DFFD01}" dt="2025-11-19T22:14:32.240" v="154" actId="680"/>
        <pc:sldMkLst>
          <pc:docMk/>
          <pc:sldMk cId="3334455123" sldId="347"/>
        </pc:sldMkLst>
      </pc:sldChg>
      <pc:sldChg chg="new del">
        <pc:chgData name="Joshlee Chery" userId="ca83c9ec574d8deb" providerId="LiveId" clId="{FA25A077-2728-41A8-B6A7-F55A56DFFD01}" dt="2025-11-19T22:07:32.039" v="122" actId="47"/>
        <pc:sldMkLst>
          <pc:docMk/>
          <pc:sldMk cId="4055720750" sldId="347"/>
        </pc:sldMkLst>
      </pc:sldChg>
      <pc:sldChg chg="new del">
        <pc:chgData name="Joshlee Chery" userId="ca83c9ec574d8deb" providerId="LiveId" clId="{FA25A077-2728-41A8-B6A7-F55A56DFFD01}" dt="2025-11-19T22:07:04.555" v="116" actId="47"/>
        <pc:sldMkLst>
          <pc:docMk/>
          <pc:sldMk cId="1731594743" sldId="348"/>
        </pc:sldMkLst>
      </pc:sldChg>
      <pc:sldChg chg="new del">
        <pc:chgData name="Joshlee Chery" userId="ca83c9ec574d8deb" providerId="LiveId" clId="{FA25A077-2728-41A8-B6A7-F55A56DFFD01}" dt="2025-11-19T22:07:05.226" v="117" actId="47"/>
        <pc:sldMkLst>
          <pc:docMk/>
          <pc:sldMk cId="1453663832" sldId="349"/>
        </pc:sldMkLst>
      </pc:sldChg>
      <pc:sldMasterChg chg="addSldLayout delSldLayout">
        <pc:chgData name="Joshlee Chery" userId="ca83c9ec574d8deb" providerId="LiveId" clId="{FA25A077-2728-41A8-B6A7-F55A56DFFD01}" dt="2025-11-19T22:17:58.738" v="232" actId="47"/>
        <pc:sldMasterMkLst>
          <pc:docMk/>
          <pc:sldMasterMk cId="0" sldId="2147483717"/>
        </pc:sldMasterMkLst>
        <pc:sldLayoutChg chg="del">
          <pc:chgData name="Joshlee Chery" userId="ca83c9ec574d8deb" providerId="LiveId" clId="{FA25A077-2728-41A8-B6A7-F55A56DFFD01}" dt="2025-11-19T22:04:05.129" v="65" actId="47"/>
          <pc:sldLayoutMkLst>
            <pc:docMk/>
            <pc:sldMasterMk cId="0" sldId="2147483717"/>
            <pc:sldLayoutMk cId="0" sldId="2147483649"/>
          </pc:sldLayoutMkLst>
        </pc:sldLayoutChg>
        <pc:sldLayoutChg chg="del">
          <pc:chgData name="Joshlee Chery" userId="ca83c9ec574d8deb" providerId="LiveId" clId="{FA25A077-2728-41A8-B6A7-F55A56DFFD01}" dt="2025-11-19T22:04:15.838" v="69" actId="47"/>
          <pc:sldLayoutMkLst>
            <pc:docMk/>
            <pc:sldMasterMk cId="0" sldId="2147483717"/>
            <pc:sldLayoutMk cId="0" sldId="2147483651"/>
          </pc:sldLayoutMkLst>
        </pc:sldLayoutChg>
        <pc:sldLayoutChg chg="del">
          <pc:chgData name="Joshlee Chery" userId="ca83c9ec574d8deb" providerId="LiveId" clId="{FA25A077-2728-41A8-B6A7-F55A56DFFD01}" dt="2025-11-19T22:04:40.478" v="86" actId="47"/>
          <pc:sldLayoutMkLst>
            <pc:docMk/>
            <pc:sldMasterMk cId="0" sldId="2147483717"/>
            <pc:sldLayoutMk cId="0" sldId="2147483652"/>
          </pc:sldLayoutMkLst>
        </pc:sldLayoutChg>
        <pc:sldLayoutChg chg="del">
          <pc:chgData name="Joshlee Chery" userId="ca83c9ec574d8deb" providerId="LiveId" clId="{FA25A077-2728-41A8-B6A7-F55A56DFFD01}" dt="2025-11-19T22:04:06.277" v="67" actId="47"/>
          <pc:sldLayoutMkLst>
            <pc:docMk/>
            <pc:sldMasterMk cId="0" sldId="2147483717"/>
            <pc:sldLayoutMk cId="0" sldId="2147483653"/>
          </pc:sldLayoutMkLst>
        </pc:sldLayoutChg>
        <pc:sldLayoutChg chg="del">
          <pc:chgData name="Joshlee Chery" userId="ca83c9ec574d8deb" providerId="LiveId" clId="{FA25A077-2728-41A8-B6A7-F55A56DFFD01}" dt="2025-11-19T22:04:35.953" v="82" actId="47"/>
          <pc:sldLayoutMkLst>
            <pc:docMk/>
            <pc:sldMasterMk cId="0" sldId="2147483717"/>
            <pc:sldLayoutMk cId="0" sldId="2147483654"/>
          </pc:sldLayoutMkLst>
        </pc:sldLayoutChg>
        <pc:sldLayoutChg chg="del">
          <pc:chgData name="Joshlee Chery" userId="ca83c9ec574d8deb" providerId="LiveId" clId="{FA25A077-2728-41A8-B6A7-F55A56DFFD01}" dt="2025-11-19T22:03:05.989" v="35" actId="47"/>
          <pc:sldLayoutMkLst>
            <pc:docMk/>
            <pc:sldMasterMk cId="0" sldId="2147483717"/>
            <pc:sldLayoutMk cId="0" sldId="2147483655"/>
          </pc:sldLayoutMkLst>
        </pc:sldLayoutChg>
        <pc:sldLayoutChg chg="del">
          <pc:chgData name="Joshlee Chery" userId="ca83c9ec574d8deb" providerId="LiveId" clId="{FA25A077-2728-41A8-B6A7-F55A56DFFD01}" dt="2025-11-19T22:04:33.605" v="80" actId="47"/>
          <pc:sldLayoutMkLst>
            <pc:docMk/>
            <pc:sldMasterMk cId="0" sldId="2147483717"/>
            <pc:sldLayoutMk cId="0" sldId="2147483656"/>
          </pc:sldLayoutMkLst>
        </pc:sldLayoutChg>
        <pc:sldLayoutChg chg="del">
          <pc:chgData name="Joshlee Chery" userId="ca83c9ec574d8deb" providerId="LiveId" clId="{FA25A077-2728-41A8-B6A7-F55A56DFFD01}" dt="2025-11-19T22:03:15.710" v="46" actId="47"/>
          <pc:sldLayoutMkLst>
            <pc:docMk/>
            <pc:sldMasterMk cId="0" sldId="2147483717"/>
            <pc:sldLayoutMk cId="0" sldId="2147483657"/>
          </pc:sldLayoutMkLst>
        </pc:sldLayoutChg>
        <pc:sldLayoutChg chg="del">
          <pc:chgData name="Joshlee Chery" userId="ca83c9ec574d8deb" providerId="LiveId" clId="{FA25A077-2728-41A8-B6A7-F55A56DFFD01}" dt="2025-11-19T22:03:59.403" v="59" actId="47"/>
          <pc:sldLayoutMkLst>
            <pc:docMk/>
            <pc:sldMasterMk cId="0" sldId="2147483717"/>
            <pc:sldLayoutMk cId="0" sldId="2147483660"/>
          </pc:sldLayoutMkLst>
        </pc:sldLayoutChg>
        <pc:sldLayoutChg chg="add del">
          <pc:chgData name="Joshlee Chery" userId="ca83c9ec574d8deb" providerId="LiveId" clId="{FA25A077-2728-41A8-B6A7-F55A56DFFD01}" dt="2025-11-19T22:04:01.093" v="60" actId="47"/>
          <pc:sldLayoutMkLst>
            <pc:docMk/>
            <pc:sldMasterMk cId="0" sldId="2147483717"/>
            <pc:sldLayoutMk cId="0" sldId="2147483661"/>
          </pc:sldLayoutMkLst>
        </pc:sldLayoutChg>
        <pc:sldLayoutChg chg="del">
          <pc:chgData name="Joshlee Chery" userId="ca83c9ec574d8deb" providerId="LiveId" clId="{FA25A077-2728-41A8-B6A7-F55A56DFFD01}" dt="2025-11-19T22:04:02.325" v="61" actId="47"/>
          <pc:sldLayoutMkLst>
            <pc:docMk/>
            <pc:sldMasterMk cId="0" sldId="2147483717"/>
            <pc:sldLayoutMk cId="0" sldId="2147483662"/>
          </pc:sldLayoutMkLst>
        </pc:sldLayoutChg>
        <pc:sldLayoutChg chg="del">
          <pc:chgData name="Joshlee Chery" userId="ca83c9ec574d8deb" providerId="LiveId" clId="{FA25A077-2728-41A8-B6A7-F55A56DFFD01}" dt="2025-11-19T22:04:02.908" v="62" actId="47"/>
          <pc:sldLayoutMkLst>
            <pc:docMk/>
            <pc:sldMasterMk cId="0" sldId="2147483717"/>
            <pc:sldLayoutMk cId="0" sldId="2147483663"/>
          </pc:sldLayoutMkLst>
        </pc:sldLayoutChg>
        <pc:sldLayoutChg chg="del">
          <pc:chgData name="Joshlee Chery" userId="ca83c9ec574d8deb" providerId="LiveId" clId="{FA25A077-2728-41A8-B6A7-F55A56DFFD01}" dt="2025-11-19T22:04:03.907" v="63" actId="47"/>
          <pc:sldLayoutMkLst>
            <pc:docMk/>
            <pc:sldMasterMk cId="0" sldId="2147483717"/>
            <pc:sldLayoutMk cId="0" sldId="2147483664"/>
          </pc:sldLayoutMkLst>
        </pc:sldLayoutChg>
        <pc:sldLayoutChg chg="del">
          <pc:chgData name="Joshlee Chery" userId="ca83c9ec574d8deb" providerId="LiveId" clId="{FA25A077-2728-41A8-B6A7-F55A56DFFD01}" dt="2025-11-19T22:04:04.403" v="64" actId="47"/>
          <pc:sldLayoutMkLst>
            <pc:docMk/>
            <pc:sldMasterMk cId="0" sldId="2147483717"/>
            <pc:sldLayoutMk cId="0" sldId="2147483665"/>
          </pc:sldLayoutMkLst>
        </pc:sldLayoutChg>
        <pc:sldLayoutChg chg="del">
          <pc:chgData name="Joshlee Chery" userId="ca83c9ec574d8deb" providerId="LiveId" clId="{FA25A077-2728-41A8-B6A7-F55A56DFFD01}" dt="2025-11-19T22:04:05.539" v="66" actId="47"/>
          <pc:sldLayoutMkLst>
            <pc:docMk/>
            <pc:sldMasterMk cId="0" sldId="2147483717"/>
            <pc:sldLayoutMk cId="0" sldId="2147483666"/>
          </pc:sldLayoutMkLst>
        </pc:sldLayoutChg>
        <pc:sldLayoutChg chg="del">
          <pc:chgData name="Joshlee Chery" userId="ca83c9ec574d8deb" providerId="LiveId" clId="{FA25A077-2728-41A8-B6A7-F55A56DFFD01}" dt="2025-11-19T22:03:45.369" v="57" actId="47"/>
          <pc:sldLayoutMkLst>
            <pc:docMk/>
            <pc:sldMasterMk cId="0" sldId="2147483717"/>
            <pc:sldLayoutMk cId="0" sldId="2147483667"/>
          </pc:sldLayoutMkLst>
        </pc:sldLayoutChg>
        <pc:sldLayoutChg chg="del">
          <pc:chgData name="Joshlee Chery" userId="ca83c9ec574d8deb" providerId="LiveId" clId="{FA25A077-2728-41A8-B6A7-F55A56DFFD01}" dt="2025-11-19T22:04:30.743" v="77" actId="47"/>
          <pc:sldLayoutMkLst>
            <pc:docMk/>
            <pc:sldMasterMk cId="0" sldId="2147483717"/>
            <pc:sldLayoutMk cId="0" sldId="2147483668"/>
          </pc:sldLayoutMkLst>
        </pc:sldLayoutChg>
        <pc:sldLayoutChg chg="del">
          <pc:chgData name="Joshlee Chery" userId="ca83c9ec574d8deb" providerId="LiveId" clId="{FA25A077-2728-41A8-B6A7-F55A56DFFD01}" dt="2025-11-19T22:04:15.145" v="68" actId="47"/>
          <pc:sldLayoutMkLst>
            <pc:docMk/>
            <pc:sldMasterMk cId="0" sldId="2147483717"/>
            <pc:sldLayoutMk cId="0" sldId="2147483669"/>
          </pc:sldLayoutMkLst>
        </pc:sldLayoutChg>
        <pc:sldLayoutChg chg="del">
          <pc:chgData name="Joshlee Chery" userId="ca83c9ec574d8deb" providerId="LiveId" clId="{FA25A077-2728-41A8-B6A7-F55A56DFFD01}" dt="2025-11-19T22:04:16.742" v="70" actId="47"/>
          <pc:sldLayoutMkLst>
            <pc:docMk/>
            <pc:sldMasterMk cId="0" sldId="2147483717"/>
            <pc:sldLayoutMk cId="0" sldId="2147483670"/>
          </pc:sldLayoutMkLst>
        </pc:sldLayoutChg>
        <pc:sldLayoutChg chg="del">
          <pc:chgData name="Joshlee Chery" userId="ca83c9ec574d8deb" providerId="LiveId" clId="{FA25A077-2728-41A8-B6A7-F55A56DFFD01}" dt="2025-11-19T22:04:25.599" v="71" actId="47"/>
          <pc:sldLayoutMkLst>
            <pc:docMk/>
            <pc:sldMasterMk cId="0" sldId="2147483717"/>
            <pc:sldLayoutMk cId="0" sldId="2147483671"/>
          </pc:sldLayoutMkLst>
        </pc:sldLayoutChg>
        <pc:sldLayoutChg chg="del">
          <pc:chgData name="Joshlee Chery" userId="ca83c9ec574d8deb" providerId="LiveId" clId="{FA25A077-2728-41A8-B6A7-F55A56DFFD01}" dt="2025-11-19T22:04:26.591" v="72" actId="47"/>
          <pc:sldLayoutMkLst>
            <pc:docMk/>
            <pc:sldMasterMk cId="0" sldId="2147483717"/>
            <pc:sldLayoutMk cId="0" sldId="2147483672"/>
          </pc:sldLayoutMkLst>
        </pc:sldLayoutChg>
        <pc:sldLayoutChg chg="del">
          <pc:chgData name="Joshlee Chery" userId="ca83c9ec574d8deb" providerId="LiveId" clId="{FA25A077-2728-41A8-B6A7-F55A56DFFD01}" dt="2025-11-19T22:04:27.471" v="73" actId="47"/>
          <pc:sldLayoutMkLst>
            <pc:docMk/>
            <pc:sldMasterMk cId="0" sldId="2147483717"/>
            <pc:sldLayoutMk cId="0" sldId="2147483673"/>
          </pc:sldLayoutMkLst>
        </pc:sldLayoutChg>
        <pc:sldLayoutChg chg="del">
          <pc:chgData name="Joshlee Chery" userId="ca83c9ec574d8deb" providerId="LiveId" clId="{FA25A077-2728-41A8-B6A7-F55A56DFFD01}" dt="2025-11-19T22:04:28.830" v="74" actId="47"/>
          <pc:sldLayoutMkLst>
            <pc:docMk/>
            <pc:sldMasterMk cId="0" sldId="2147483717"/>
            <pc:sldLayoutMk cId="0" sldId="2147483674"/>
          </pc:sldLayoutMkLst>
        </pc:sldLayoutChg>
        <pc:sldLayoutChg chg="del">
          <pc:chgData name="Joshlee Chery" userId="ca83c9ec574d8deb" providerId="LiveId" clId="{FA25A077-2728-41A8-B6A7-F55A56DFFD01}" dt="2025-11-19T22:04:29.472" v="75" actId="47"/>
          <pc:sldLayoutMkLst>
            <pc:docMk/>
            <pc:sldMasterMk cId="0" sldId="2147483717"/>
            <pc:sldLayoutMk cId="0" sldId="2147483675"/>
          </pc:sldLayoutMkLst>
        </pc:sldLayoutChg>
        <pc:sldLayoutChg chg="del">
          <pc:chgData name="Joshlee Chery" userId="ca83c9ec574d8deb" providerId="LiveId" clId="{FA25A077-2728-41A8-B6A7-F55A56DFFD01}" dt="2025-11-19T22:04:30.155" v="76" actId="47"/>
          <pc:sldLayoutMkLst>
            <pc:docMk/>
            <pc:sldMasterMk cId="0" sldId="2147483717"/>
            <pc:sldLayoutMk cId="0" sldId="2147483676"/>
          </pc:sldLayoutMkLst>
        </pc:sldLayoutChg>
        <pc:sldLayoutChg chg="del">
          <pc:chgData name="Joshlee Chery" userId="ca83c9ec574d8deb" providerId="LiveId" clId="{FA25A077-2728-41A8-B6A7-F55A56DFFD01}" dt="2025-11-19T22:04:31.707" v="78" actId="47"/>
          <pc:sldLayoutMkLst>
            <pc:docMk/>
            <pc:sldMasterMk cId="0" sldId="2147483717"/>
            <pc:sldLayoutMk cId="0" sldId="2147483677"/>
          </pc:sldLayoutMkLst>
        </pc:sldLayoutChg>
        <pc:sldLayoutChg chg="del">
          <pc:chgData name="Joshlee Chery" userId="ca83c9ec574d8deb" providerId="LiveId" clId="{FA25A077-2728-41A8-B6A7-F55A56DFFD01}" dt="2025-11-19T22:04:32.554" v="79" actId="47"/>
          <pc:sldLayoutMkLst>
            <pc:docMk/>
            <pc:sldMasterMk cId="0" sldId="2147483717"/>
            <pc:sldLayoutMk cId="0" sldId="2147483678"/>
          </pc:sldLayoutMkLst>
        </pc:sldLayoutChg>
        <pc:sldLayoutChg chg="del">
          <pc:chgData name="Joshlee Chery" userId="ca83c9ec574d8deb" providerId="LiveId" clId="{FA25A077-2728-41A8-B6A7-F55A56DFFD01}" dt="2025-11-19T22:04:34.401" v="81" actId="47"/>
          <pc:sldLayoutMkLst>
            <pc:docMk/>
            <pc:sldMasterMk cId="0" sldId="2147483717"/>
            <pc:sldLayoutMk cId="0" sldId="2147483679"/>
          </pc:sldLayoutMkLst>
        </pc:sldLayoutChg>
        <pc:sldLayoutChg chg="del">
          <pc:chgData name="Joshlee Chery" userId="ca83c9ec574d8deb" providerId="LiveId" clId="{FA25A077-2728-41A8-B6A7-F55A56DFFD01}" dt="2025-11-19T22:04:37.442" v="83" actId="47"/>
          <pc:sldLayoutMkLst>
            <pc:docMk/>
            <pc:sldMasterMk cId="0" sldId="2147483717"/>
            <pc:sldLayoutMk cId="0" sldId="2147483680"/>
          </pc:sldLayoutMkLst>
        </pc:sldLayoutChg>
        <pc:sldLayoutChg chg="del">
          <pc:chgData name="Joshlee Chery" userId="ca83c9ec574d8deb" providerId="LiveId" clId="{FA25A077-2728-41A8-B6A7-F55A56DFFD01}" dt="2025-11-19T22:03:10.724" v="41" actId="47"/>
          <pc:sldLayoutMkLst>
            <pc:docMk/>
            <pc:sldMasterMk cId="0" sldId="2147483717"/>
            <pc:sldLayoutMk cId="0" sldId="2147483681"/>
          </pc:sldLayoutMkLst>
        </pc:sldLayoutChg>
        <pc:sldLayoutChg chg="del">
          <pc:chgData name="Joshlee Chery" userId="ca83c9ec574d8deb" providerId="LiveId" clId="{FA25A077-2728-41A8-B6A7-F55A56DFFD01}" dt="2025-11-19T22:03:10.122" v="40" actId="47"/>
          <pc:sldLayoutMkLst>
            <pc:docMk/>
            <pc:sldMasterMk cId="0" sldId="2147483717"/>
            <pc:sldLayoutMk cId="0" sldId="2147483682"/>
          </pc:sldLayoutMkLst>
        </pc:sldLayoutChg>
        <pc:sldLayoutChg chg="del">
          <pc:chgData name="Joshlee Chery" userId="ca83c9ec574d8deb" providerId="LiveId" clId="{FA25A077-2728-41A8-B6A7-F55A56DFFD01}" dt="2025-11-19T22:04:41.632" v="88" actId="47"/>
          <pc:sldLayoutMkLst>
            <pc:docMk/>
            <pc:sldMasterMk cId="0" sldId="2147483717"/>
            <pc:sldLayoutMk cId="0" sldId="2147483683"/>
          </pc:sldLayoutMkLst>
        </pc:sldLayoutChg>
        <pc:sldLayoutChg chg="del">
          <pc:chgData name="Joshlee Chery" userId="ca83c9ec574d8deb" providerId="LiveId" clId="{FA25A077-2728-41A8-B6A7-F55A56DFFD01}" dt="2025-11-19T22:04:38.949" v="85" actId="47"/>
          <pc:sldLayoutMkLst>
            <pc:docMk/>
            <pc:sldMasterMk cId="0" sldId="2147483717"/>
            <pc:sldLayoutMk cId="0" sldId="2147483684"/>
          </pc:sldLayoutMkLst>
        </pc:sldLayoutChg>
        <pc:sldLayoutChg chg="del">
          <pc:chgData name="Joshlee Chery" userId="ca83c9ec574d8deb" providerId="LiveId" clId="{FA25A077-2728-41A8-B6A7-F55A56DFFD01}" dt="2025-11-19T22:04:41.056" v="87" actId="47"/>
          <pc:sldLayoutMkLst>
            <pc:docMk/>
            <pc:sldMasterMk cId="0" sldId="2147483717"/>
            <pc:sldLayoutMk cId="0" sldId="2147483685"/>
          </pc:sldLayoutMkLst>
        </pc:sldLayoutChg>
        <pc:sldLayoutChg chg="del">
          <pc:chgData name="Joshlee Chery" userId="ca83c9ec574d8deb" providerId="LiveId" clId="{FA25A077-2728-41A8-B6A7-F55A56DFFD01}" dt="2025-11-19T22:03:41.900" v="56" actId="47"/>
          <pc:sldLayoutMkLst>
            <pc:docMk/>
            <pc:sldMasterMk cId="0" sldId="2147483717"/>
            <pc:sldLayoutMk cId="0" sldId="2147483687"/>
          </pc:sldLayoutMkLst>
        </pc:sldLayoutChg>
        <pc:sldLayoutChg chg="del">
          <pc:chgData name="Joshlee Chery" userId="ca83c9ec574d8deb" providerId="LiveId" clId="{FA25A077-2728-41A8-B6A7-F55A56DFFD01}" dt="2025-11-19T22:03:29.523" v="52" actId="47"/>
          <pc:sldLayoutMkLst>
            <pc:docMk/>
            <pc:sldMasterMk cId="0" sldId="2147483717"/>
            <pc:sldLayoutMk cId="0" sldId="2147483689"/>
          </pc:sldLayoutMkLst>
        </pc:sldLayoutChg>
        <pc:sldLayoutChg chg="del">
          <pc:chgData name="Joshlee Chery" userId="ca83c9ec574d8deb" providerId="LiveId" clId="{FA25A077-2728-41A8-B6A7-F55A56DFFD01}" dt="2025-11-19T22:03:27.611" v="50" actId="47"/>
          <pc:sldLayoutMkLst>
            <pc:docMk/>
            <pc:sldMasterMk cId="0" sldId="2147483717"/>
            <pc:sldLayoutMk cId="0" sldId="2147483690"/>
          </pc:sldLayoutMkLst>
        </pc:sldLayoutChg>
        <pc:sldLayoutChg chg="del">
          <pc:chgData name="Joshlee Chery" userId="ca83c9ec574d8deb" providerId="LiveId" clId="{FA25A077-2728-41A8-B6A7-F55A56DFFD01}" dt="2025-11-19T22:02:49.313" v="31" actId="47"/>
          <pc:sldLayoutMkLst>
            <pc:docMk/>
            <pc:sldMasterMk cId="0" sldId="2147483717"/>
            <pc:sldLayoutMk cId="0" sldId="2147483692"/>
          </pc:sldLayoutMkLst>
        </pc:sldLayoutChg>
        <pc:sldLayoutChg chg="del">
          <pc:chgData name="Joshlee Chery" userId="ca83c9ec574d8deb" providerId="LiveId" clId="{FA25A077-2728-41A8-B6A7-F55A56DFFD01}" dt="2025-11-19T22:03:36.286" v="53" actId="47"/>
          <pc:sldLayoutMkLst>
            <pc:docMk/>
            <pc:sldMasterMk cId="0" sldId="2147483717"/>
            <pc:sldLayoutMk cId="0" sldId="2147483693"/>
          </pc:sldLayoutMkLst>
        </pc:sldLayoutChg>
        <pc:sldLayoutChg chg="del">
          <pc:chgData name="Joshlee Chery" userId="ca83c9ec574d8deb" providerId="LiveId" clId="{FA25A077-2728-41A8-B6A7-F55A56DFFD01}" dt="2025-11-19T22:16:19.462" v="229" actId="47"/>
          <pc:sldLayoutMkLst>
            <pc:docMk/>
            <pc:sldMasterMk cId="0" sldId="2147483717"/>
            <pc:sldLayoutMk cId="0" sldId="2147483694"/>
          </pc:sldLayoutMkLst>
        </pc:sldLayoutChg>
        <pc:sldLayoutChg chg="del">
          <pc:chgData name="Joshlee Chery" userId="ca83c9ec574d8deb" providerId="LiveId" clId="{FA25A077-2728-41A8-B6A7-F55A56DFFD01}" dt="2025-11-19T22:03:15.210" v="45" actId="47"/>
          <pc:sldLayoutMkLst>
            <pc:docMk/>
            <pc:sldMasterMk cId="0" sldId="2147483717"/>
            <pc:sldLayoutMk cId="0" sldId="2147483695"/>
          </pc:sldLayoutMkLst>
        </pc:sldLayoutChg>
        <pc:sldLayoutChg chg="del">
          <pc:chgData name="Joshlee Chery" userId="ca83c9ec574d8deb" providerId="LiveId" clId="{FA25A077-2728-41A8-B6A7-F55A56DFFD01}" dt="2025-11-19T22:03:14.141" v="44" actId="47"/>
          <pc:sldLayoutMkLst>
            <pc:docMk/>
            <pc:sldMasterMk cId="0" sldId="2147483717"/>
            <pc:sldLayoutMk cId="0" sldId="2147483696"/>
          </pc:sldLayoutMkLst>
        </pc:sldLayoutChg>
        <pc:sldLayoutChg chg="del">
          <pc:chgData name="Joshlee Chery" userId="ca83c9ec574d8deb" providerId="LiveId" clId="{FA25A077-2728-41A8-B6A7-F55A56DFFD01}" dt="2025-11-19T22:03:12.990" v="43" actId="47"/>
          <pc:sldLayoutMkLst>
            <pc:docMk/>
            <pc:sldMasterMk cId="0" sldId="2147483717"/>
            <pc:sldLayoutMk cId="0" sldId="2147483697"/>
          </pc:sldLayoutMkLst>
        </pc:sldLayoutChg>
        <pc:sldLayoutChg chg="del">
          <pc:chgData name="Joshlee Chery" userId="ca83c9ec574d8deb" providerId="LiveId" clId="{FA25A077-2728-41A8-B6A7-F55A56DFFD01}" dt="2025-11-19T22:03:11.697" v="42" actId="47"/>
          <pc:sldLayoutMkLst>
            <pc:docMk/>
            <pc:sldMasterMk cId="0" sldId="2147483717"/>
            <pc:sldLayoutMk cId="0" sldId="2147483698"/>
          </pc:sldLayoutMkLst>
        </pc:sldLayoutChg>
        <pc:sldLayoutChg chg="del">
          <pc:chgData name="Joshlee Chery" userId="ca83c9ec574d8deb" providerId="LiveId" clId="{FA25A077-2728-41A8-B6A7-F55A56DFFD01}" dt="2025-11-19T22:03:19.850" v="48" actId="47"/>
          <pc:sldLayoutMkLst>
            <pc:docMk/>
            <pc:sldMasterMk cId="0" sldId="2147483717"/>
            <pc:sldLayoutMk cId="0" sldId="2147483699"/>
          </pc:sldLayoutMkLst>
        </pc:sldLayoutChg>
        <pc:sldLayoutChg chg="del">
          <pc:chgData name="Joshlee Chery" userId="ca83c9ec574d8deb" providerId="LiveId" clId="{FA25A077-2728-41A8-B6A7-F55A56DFFD01}" dt="2025-11-19T22:03:17.545" v="47" actId="47"/>
          <pc:sldLayoutMkLst>
            <pc:docMk/>
            <pc:sldMasterMk cId="0" sldId="2147483717"/>
            <pc:sldLayoutMk cId="0" sldId="2147483700"/>
          </pc:sldLayoutMkLst>
        </pc:sldLayoutChg>
        <pc:sldLayoutChg chg="del">
          <pc:chgData name="Joshlee Chery" userId="ca83c9ec574d8deb" providerId="LiveId" clId="{FA25A077-2728-41A8-B6A7-F55A56DFFD01}" dt="2025-11-19T22:03:09.611" v="39" actId="47"/>
          <pc:sldLayoutMkLst>
            <pc:docMk/>
            <pc:sldMasterMk cId="0" sldId="2147483717"/>
            <pc:sldLayoutMk cId="0" sldId="2147483701"/>
          </pc:sldLayoutMkLst>
        </pc:sldLayoutChg>
        <pc:sldLayoutChg chg="del">
          <pc:chgData name="Joshlee Chery" userId="ca83c9ec574d8deb" providerId="LiveId" clId="{FA25A077-2728-41A8-B6A7-F55A56DFFD01}" dt="2025-11-19T22:03:08.968" v="38" actId="47"/>
          <pc:sldLayoutMkLst>
            <pc:docMk/>
            <pc:sldMasterMk cId="0" sldId="2147483717"/>
            <pc:sldLayoutMk cId="0" sldId="2147483702"/>
          </pc:sldLayoutMkLst>
        </pc:sldLayoutChg>
        <pc:sldLayoutChg chg="del">
          <pc:chgData name="Joshlee Chery" userId="ca83c9ec574d8deb" providerId="LiveId" clId="{FA25A077-2728-41A8-B6A7-F55A56DFFD01}" dt="2025-11-19T22:03:07.906" v="37" actId="47"/>
          <pc:sldLayoutMkLst>
            <pc:docMk/>
            <pc:sldMasterMk cId="0" sldId="2147483717"/>
            <pc:sldLayoutMk cId="0" sldId="2147483703"/>
          </pc:sldLayoutMkLst>
        </pc:sldLayoutChg>
        <pc:sldLayoutChg chg="del">
          <pc:chgData name="Joshlee Chery" userId="ca83c9ec574d8deb" providerId="LiveId" clId="{FA25A077-2728-41A8-B6A7-F55A56DFFD01}" dt="2025-11-19T22:03:07.003" v="36" actId="47"/>
          <pc:sldLayoutMkLst>
            <pc:docMk/>
            <pc:sldMasterMk cId="0" sldId="2147483717"/>
            <pc:sldLayoutMk cId="0" sldId="2147483704"/>
          </pc:sldLayoutMkLst>
        </pc:sldLayoutChg>
        <pc:sldLayoutChg chg="del">
          <pc:chgData name="Joshlee Chery" userId="ca83c9ec574d8deb" providerId="LiveId" clId="{FA25A077-2728-41A8-B6A7-F55A56DFFD01}" dt="2025-11-19T22:03:02.785" v="34" actId="47"/>
          <pc:sldLayoutMkLst>
            <pc:docMk/>
            <pc:sldMasterMk cId="0" sldId="2147483717"/>
            <pc:sldLayoutMk cId="0" sldId="2147483705"/>
          </pc:sldLayoutMkLst>
        </pc:sldLayoutChg>
        <pc:sldLayoutChg chg="del">
          <pc:chgData name="Joshlee Chery" userId="ca83c9ec574d8deb" providerId="LiveId" clId="{FA25A077-2728-41A8-B6A7-F55A56DFFD01}" dt="2025-11-19T22:03:01.727" v="33" actId="47"/>
          <pc:sldLayoutMkLst>
            <pc:docMk/>
            <pc:sldMasterMk cId="0" sldId="2147483717"/>
            <pc:sldLayoutMk cId="0" sldId="2147483706"/>
          </pc:sldLayoutMkLst>
        </pc:sldLayoutChg>
        <pc:sldLayoutChg chg="del">
          <pc:chgData name="Joshlee Chery" userId="ca83c9ec574d8deb" providerId="LiveId" clId="{FA25A077-2728-41A8-B6A7-F55A56DFFD01}" dt="2025-11-19T22:02:43.500" v="29" actId="47"/>
          <pc:sldLayoutMkLst>
            <pc:docMk/>
            <pc:sldMasterMk cId="0" sldId="2147483717"/>
            <pc:sldLayoutMk cId="0" sldId="2147483708"/>
          </pc:sldLayoutMkLst>
        </pc:sldLayoutChg>
        <pc:sldLayoutChg chg="del">
          <pc:chgData name="Joshlee Chery" userId="ca83c9ec574d8deb" providerId="LiveId" clId="{FA25A077-2728-41A8-B6A7-F55A56DFFD01}" dt="2025-11-19T22:02:40.513" v="27" actId="47"/>
          <pc:sldLayoutMkLst>
            <pc:docMk/>
            <pc:sldMasterMk cId="0" sldId="2147483717"/>
            <pc:sldLayoutMk cId="0" sldId="2147483710"/>
          </pc:sldLayoutMkLst>
        </pc:sldLayoutChg>
        <pc:sldLayoutChg chg="add del">
          <pc:chgData name="Joshlee Chery" userId="ca83c9ec574d8deb" providerId="LiveId" clId="{FA25A077-2728-41A8-B6A7-F55A56DFFD01}" dt="2025-11-19T22:07:27.621" v="120" actId="47"/>
          <pc:sldLayoutMkLst>
            <pc:docMk/>
            <pc:sldMasterMk cId="0" sldId="2147483717"/>
            <pc:sldLayoutMk cId="0" sldId="2147483713"/>
          </pc:sldLayoutMkLst>
        </pc:sldLayoutChg>
        <pc:sldLayoutChg chg="del">
          <pc:chgData name="Joshlee Chery" userId="ca83c9ec574d8deb" providerId="LiveId" clId="{FA25A077-2728-41A8-B6A7-F55A56DFFD01}" dt="2025-11-19T22:17:58.738" v="232" actId="47"/>
          <pc:sldLayoutMkLst>
            <pc:docMk/>
            <pc:sldMasterMk cId="0" sldId="2147483717"/>
            <pc:sldLayoutMk cId="3286747596" sldId="2147483720"/>
          </pc:sldLayoutMkLst>
        </pc:sldLayoutChg>
      </pc:sldMasterChg>
      <pc:sldMasterChg chg="del delSldLayout">
        <pc:chgData name="Joshlee Chery" userId="ca83c9ec574d8deb" providerId="LiveId" clId="{FA25A077-2728-41A8-B6A7-F55A56DFFD01}" dt="2025-11-19T22:02:37.808" v="26" actId="47"/>
        <pc:sldMasterMkLst>
          <pc:docMk/>
          <pc:sldMasterMk cId="0" sldId="2147483718"/>
        </pc:sldMasterMkLst>
        <pc:sldLayoutChg chg="del">
          <pc:chgData name="Joshlee Chery" userId="ca83c9ec574d8deb" providerId="LiveId" clId="{FA25A077-2728-41A8-B6A7-F55A56DFFD01}" dt="2025-11-19T22:02:35.547" v="25" actId="47"/>
          <pc:sldLayoutMkLst>
            <pc:docMk/>
            <pc:sldMasterMk cId="0" sldId="2147483718"/>
            <pc:sldLayoutMk cId="0" sldId="2147483714"/>
          </pc:sldLayoutMkLst>
        </pc:sldLayoutChg>
        <pc:sldLayoutChg chg="del">
          <pc:chgData name="Joshlee Chery" userId="ca83c9ec574d8deb" providerId="LiveId" clId="{FA25A077-2728-41A8-B6A7-F55A56DFFD01}" dt="2025-11-19T22:02:37.808" v="26" actId="47"/>
          <pc:sldLayoutMkLst>
            <pc:docMk/>
            <pc:sldMasterMk cId="0" sldId="2147483718"/>
            <pc:sldLayoutMk cId="0" sldId="2147483715"/>
          </pc:sldLayoutMkLst>
        </pc:sldLayoutChg>
      </pc:sldMasterChg>
      <pc:sldMasterChg chg="del delSldLayout">
        <pc:chgData name="Joshlee Chery" userId="ca83c9ec574d8deb" providerId="LiveId" clId="{FA25A077-2728-41A8-B6A7-F55A56DFFD01}" dt="2025-11-19T22:02:37.808" v="26" actId="47"/>
        <pc:sldMasterMkLst>
          <pc:docMk/>
          <pc:sldMasterMk cId="0" sldId="2147483719"/>
        </pc:sldMasterMkLst>
        <pc:sldLayoutChg chg="del">
          <pc:chgData name="Joshlee Chery" userId="ca83c9ec574d8deb" providerId="LiveId" clId="{FA25A077-2728-41A8-B6A7-F55A56DFFD01}" dt="2025-11-19T22:02:37.808" v="26" actId="47"/>
          <pc:sldLayoutMkLst>
            <pc:docMk/>
            <pc:sldMasterMk cId="0" sldId="2147483719"/>
            <pc:sldLayoutMk cId="0" sldId="2147483716"/>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9D0AE1-E5A9-4626-8A35-7C5CFE7E83A3}" type="doc">
      <dgm:prSet loTypeId="urn:microsoft.com/office/officeart/2005/8/layout/process1" loCatId="process" qsTypeId="urn:microsoft.com/office/officeart/2005/8/quickstyle/simple4" qsCatId="simple" csTypeId="urn:microsoft.com/office/officeart/2005/8/colors/colorful4" csCatId="colorful" phldr="1"/>
      <dgm:spPr/>
      <dgm:t>
        <a:bodyPr/>
        <a:lstStyle/>
        <a:p>
          <a:endParaRPr lang="en-US"/>
        </a:p>
      </dgm:t>
    </dgm:pt>
    <dgm:pt modelId="{85EC1A27-06D6-4D5C-A7A7-CFFE4D95A55D}">
      <dgm:prSet phldrT="[Text]" phldr="0"/>
      <dgm:spPr/>
      <dgm:t>
        <a:bodyPr/>
        <a:lstStyle/>
        <a:p>
          <a:r>
            <a:rPr lang="en-US" b="0" cap="none" spc="0" dirty="0">
              <a:ln w="0"/>
              <a:solidFill>
                <a:schemeClr val="tx1"/>
              </a:solidFill>
              <a:effectLst>
                <a:outerShdw blurRad="38100" dist="19050" dir="2700000" algn="tl" rotWithShape="0">
                  <a:schemeClr val="dk1">
                    <a:alpha val="40000"/>
                  </a:schemeClr>
                </a:outerShdw>
              </a:effectLst>
            </a:rPr>
            <a:t>Brainstorming</a:t>
          </a:r>
        </a:p>
      </dgm:t>
    </dgm:pt>
    <dgm:pt modelId="{617ABE54-F3EF-43CA-86FA-C8D96BE60B0E}" type="parTrans" cxnId="{E2F85EC9-2911-449A-AC30-DDBBA45A4204}">
      <dgm:prSet/>
      <dgm:spPr/>
      <dgm:t>
        <a:bodyPr/>
        <a:lstStyle/>
        <a:p>
          <a:endParaRPr lang="en-US"/>
        </a:p>
      </dgm:t>
    </dgm:pt>
    <dgm:pt modelId="{86FB0416-1FF9-4866-911E-80F98B6F6E64}" type="sibTrans" cxnId="{E2F85EC9-2911-449A-AC30-DDBBA45A4204}">
      <dgm:prSet/>
      <dgm:spPr/>
      <dgm:t>
        <a:bodyPr/>
        <a:lstStyle/>
        <a:p>
          <a:endParaRPr lang="en-US" b="0" cap="none" spc="0">
            <a:ln w="0"/>
            <a:solidFill>
              <a:schemeClr val="tx1"/>
            </a:solidFill>
            <a:effectLst>
              <a:outerShdw blurRad="38100" dist="19050" dir="2700000" algn="tl" rotWithShape="0">
                <a:schemeClr val="dk1">
                  <a:alpha val="40000"/>
                </a:schemeClr>
              </a:outerShdw>
            </a:effectLst>
          </a:endParaRPr>
        </a:p>
      </dgm:t>
    </dgm:pt>
    <dgm:pt modelId="{A8D645AF-E7E9-40F5-98AD-6AA1F304F3EC}">
      <dgm:prSet phldrT="[Text]" phldr="0"/>
      <dgm:spPr/>
      <dgm:t>
        <a:bodyPr/>
        <a:lstStyle/>
        <a:p>
          <a:r>
            <a:rPr lang="en-US" b="0" cap="none" spc="0" dirty="0">
              <a:ln w="0"/>
              <a:solidFill>
                <a:schemeClr val="tx1"/>
              </a:solidFill>
              <a:effectLst>
                <a:outerShdw blurRad="38100" dist="19050" dir="2700000" algn="tl" rotWithShape="0">
                  <a:schemeClr val="dk1">
                    <a:alpha val="40000"/>
                  </a:schemeClr>
                </a:outerShdw>
              </a:effectLst>
            </a:rPr>
            <a:t>Meet up at Biscayne Hall</a:t>
          </a:r>
        </a:p>
      </dgm:t>
    </dgm:pt>
    <dgm:pt modelId="{5A65F871-CCD8-4EE7-BA77-40AD8E92D5CD}" type="parTrans" cxnId="{0EE89AE0-E73C-4361-B096-B06C96854C54}">
      <dgm:prSet/>
      <dgm:spPr/>
      <dgm:t>
        <a:bodyPr/>
        <a:lstStyle/>
        <a:p>
          <a:endParaRPr lang="en-US"/>
        </a:p>
      </dgm:t>
    </dgm:pt>
    <dgm:pt modelId="{D07434AD-3CAC-4B6B-941A-952EA8AAE1FB}" type="sibTrans" cxnId="{0EE89AE0-E73C-4361-B096-B06C96854C54}">
      <dgm:prSet/>
      <dgm:spPr/>
      <dgm:t>
        <a:bodyPr/>
        <a:lstStyle/>
        <a:p>
          <a:endParaRPr lang="en-US" b="0" cap="none" spc="0">
            <a:ln w="0"/>
            <a:solidFill>
              <a:schemeClr val="tx1"/>
            </a:solidFill>
            <a:effectLst>
              <a:outerShdw blurRad="38100" dist="19050" dir="2700000" algn="tl" rotWithShape="0">
                <a:schemeClr val="dk1">
                  <a:alpha val="40000"/>
                </a:schemeClr>
              </a:outerShdw>
            </a:effectLst>
          </a:endParaRPr>
        </a:p>
      </dgm:t>
    </dgm:pt>
    <dgm:pt modelId="{E9C6D2B5-B24A-4B43-B2D2-88AAC72E3CC1}">
      <dgm:prSet phldrT="[Text]" phldr="0"/>
      <dgm:spPr/>
      <dgm:t>
        <a:bodyPr/>
        <a:lstStyle/>
        <a:p>
          <a:r>
            <a:rPr lang="en-US" b="0" cap="none" spc="0" dirty="0">
              <a:ln w="0"/>
              <a:solidFill>
                <a:schemeClr val="tx1"/>
              </a:solidFill>
              <a:effectLst>
                <a:outerShdw blurRad="38100" dist="19050" dir="2700000" algn="tl" rotWithShape="0">
                  <a:schemeClr val="dk1">
                    <a:alpha val="40000"/>
                  </a:schemeClr>
                </a:outerShdw>
              </a:effectLst>
            </a:rPr>
            <a:t>Creating the Game</a:t>
          </a:r>
        </a:p>
      </dgm:t>
    </dgm:pt>
    <dgm:pt modelId="{8FD88154-EA09-47C4-978D-A6364AE99573}" type="parTrans" cxnId="{0E3853AB-2A4E-4B96-B246-171F3E26717B}">
      <dgm:prSet/>
      <dgm:spPr/>
      <dgm:t>
        <a:bodyPr/>
        <a:lstStyle/>
        <a:p>
          <a:endParaRPr lang="en-US"/>
        </a:p>
      </dgm:t>
    </dgm:pt>
    <dgm:pt modelId="{72D5B8B7-45B2-439F-AC31-2AE52B1D3837}" type="sibTrans" cxnId="{0E3853AB-2A4E-4B96-B246-171F3E26717B}">
      <dgm:prSet/>
      <dgm:spPr/>
      <dgm:t>
        <a:bodyPr/>
        <a:lstStyle/>
        <a:p>
          <a:endParaRPr lang="en-US" b="0" cap="none" spc="0">
            <a:ln w="0"/>
            <a:solidFill>
              <a:schemeClr val="tx1"/>
            </a:solidFill>
            <a:effectLst>
              <a:outerShdw blurRad="38100" dist="19050" dir="2700000" algn="tl" rotWithShape="0">
                <a:schemeClr val="dk1">
                  <a:alpha val="40000"/>
                </a:schemeClr>
              </a:outerShdw>
            </a:effectLst>
          </a:endParaRPr>
        </a:p>
      </dgm:t>
    </dgm:pt>
    <dgm:pt modelId="{9264CD06-FAB3-474F-9EF1-391ACBB8D6E5}">
      <dgm:prSet phldrT="[Text]" phldr="0"/>
      <dgm:spPr/>
      <dgm:t>
        <a:bodyPr/>
        <a:lstStyle/>
        <a:p>
          <a:r>
            <a:rPr lang="en-US" b="0" cap="none" spc="0" dirty="0">
              <a:ln w="0"/>
              <a:solidFill>
                <a:schemeClr val="tx1"/>
              </a:solidFill>
              <a:effectLst>
                <a:outerShdw blurRad="38100" dist="19050" dir="2700000" algn="tl" rotWithShape="0">
                  <a:schemeClr val="dk1">
                    <a:alpha val="40000"/>
                  </a:schemeClr>
                </a:outerShdw>
              </a:effectLst>
            </a:rPr>
            <a:t>Meet up at the Learning Hub</a:t>
          </a:r>
        </a:p>
      </dgm:t>
    </dgm:pt>
    <dgm:pt modelId="{F9D63606-DA41-41DE-8223-BCEA63EB753A}" type="parTrans" cxnId="{C378916B-7066-49A5-A136-58D8B2292970}">
      <dgm:prSet/>
      <dgm:spPr/>
      <dgm:t>
        <a:bodyPr/>
        <a:lstStyle/>
        <a:p>
          <a:endParaRPr lang="en-US"/>
        </a:p>
      </dgm:t>
    </dgm:pt>
    <dgm:pt modelId="{5301B29F-5DC6-4959-AE36-26DD6A653858}" type="sibTrans" cxnId="{C378916B-7066-49A5-A136-58D8B2292970}">
      <dgm:prSet/>
      <dgm:spPr/>
      <dgm:t>
        <a:bodyPr/>
        <a:lstStyle/>
        <a:p>
          <a:endParaRPr lang="en-US" b="0" cap="none" spc="0">
            <a:ln w="0"/>
            <a:solidFill>
              <a:schemeClr val="tx1"/>
            </a:solidFill>
            <a:effectLst>
              <a:outerShdw blurRad="38100" dist="19050" dir="2700000" algn="tl" rotWithShape="0">
                <a:schemeClr val="dk1">
                  <a:alpha val="40000"/>
                </a:schemeClr>
              </a:outerShdw>
            </a:effectLst>
          </a:endParaRPr>
        </a:p>
      </dgm:t>
    </dgm:pt>
    <dgm:pt modelId="{3D7B938B-1E8B-4414-B538-1C8E7CC0E57D}">
      <dgm:prSet phldrT="[Text]" phldr="0"/>
      <dgm:spPr/>
      <dgm:t>
        <a:bodyPr/>
        <a:lstStyle/>
        <a:p>
          <a:r>
            <a:rPr lang="en-US" b="0" cap="none" spc="0" dirty="0">
              <a:ln w="0"/>
              <a:solidFill>
                <a:schemeClr val="tx1"/>
              </a:solidFill>
              <a:effectLst>
                <a:outerShdw blurRad="38100" dist="19050" dir="2700000" algn="tl" rotWithShape="0">
                  <a:schemeClr val="dk1">
                    <a:alpha val="40000"/>
                  </a:schemeClr>
                </a:outerShdw>
              </a:effectLst>
            </a:rPr>
            <a:t>Meet up at Biscayne Hall</a:t>
          </a:r>
        </a:p>
      </dgm:t>
    </dgm:pt>
    <dgm:pt modelId="{063A2B43-0FC5-4E6B-BD68-D2D96951C037}" type="parTrans" cxnId="{CA13F075-9838-471D-AFFD-2DAEFDED6001}">
      <dgm:prSet/>
      <dgm:spPr/>
      <dgm:t>
        <a:bodyPr/>
        <a:lstStyle/>
        <a:p>
          <a:endParaRPr lang="en-US"/>
        </a:p>
      </dgm:t>
    </dgm:pt>
    <dgm:pt modelId="{8023F812-7B0F-4BA5-98C2-0943753CA827}" type="sibTrans" cxnId="{CA13F075-9838-471D-AFFD-2DAEFDED6001}">
      <dgm:prSet/>
      <dgm:spPr/>
      <dgm:t>
        <a:bodyPr/>
        <a:lstStyle/>
        <a:p>
          <a:endParaRPr lang="en-US" b="0" cap="none" spc="0">
            <a:ln w="0"/>
            <a:solidFill>
              <a:schemeClr val="tx1"/>
            </a:solidFill>
            <a:effectLst>
              <a:outerShdw blurRad="38100" dist="19050" dir="2700000" algn="tl" rotWithShape="0">
                <a:schemeClr val="dk1">
                  <a:alpha val="40000"/>
                </a:schemeClr>
              </a:outerShdw>
            </a:effectLst>
          </a:endParaRPr>
        </a:p>
      </dgm:t>
    </dgm:pt>
    <dgm:pt modelId="{3046D622-1310-4DFF-8DAC-7F64F10F6347}">
      <dgm:prSet phldrT="[Text]" phldr="0"/>
      <dgm:spPr/>
      <dgm:t>
        <a:bodyPr/>
        <a:lstStyle/>
        <a:p>
          <a:r>
            <a:rPr lang="en-US" b="0" cap="none" spc="0">
              <a:ln w="0"/>
              <a:solidFill>
                <a:schemeClr val="tx1"/>
              </a:solidFill>
              <a:effectLst>
                <a:outerShdw blurRad="38100" dist="19050" dir="2700000" algn="tl" rotWithShape="0">
                  <a:schemeClr val="dk1">
                    <a:alpha val="40000"/>
                  </a:schemeClr>
                </a:outerShdw>
              </a:effectLst>
            </a:rPr>
            <a:t>Creating The Reports</a:t>
          </a:r>
          <a:endParaRPr lang="en-US" b="0" cap="none" spc="0" dirty="0">
            <a:ln w="0"/>
            <a:solidFill>
              <a:schemeClr val="tx1"/>
            </a:solidFill>
            <a:effectLst>
              <a:outerShdw blurRad="38100" dist="19050" dir="2700000" algn="tl" rotWithShape="0">
                <a:schemeClr val="dk1">
                  <a:alpha val="40000"/>
                </a:schemeClr>
              </a:outerShdw>
            </a:effectLst>
          </a:endParaRPr>
        </a:p>
      </dgm:t>
    </dgm:pt>
    <dgm:pt modelId="{557902C7-B90A-40D1-8788-CC6EE4978CCD}" type="parTrans" cxnId="{9F7B837B-AA92-4887-A8C2-8E573BBD7C64}">
      <dgm:prSet/>
      <dgm:spPr/>
      <dgm:t>
        <a:bodyPr/>
        <a:lstStyle/>
        <a:p>
          <a:endParaRPr lang="en-US"/>
        </a:p>
      </dgm:t>
    </dgm:pt>
    <dgm:pt modelId="{29CDE986-C2F6-402F-B6E3-BA7BCADE287F}" type="sibTrans" cxnId="{9F7B837B-AA92-4887-A8C2-8E573BBD7C64}">
      <dgm:prSet/>
      <dgm:spPr/>
      <dgm:t>
        <a:bodyPr/>
        <a:lstStyle/>
        <a:p>
          <a:endParaRPr lang="en-US" b="0" cap="none" spc="0">
            <a:ln w="0"/>
            <a:solidFill>
              <a:schemeClr val="tx1"/>
            </a:solidFill>
            <a:effectLst>
              <a:outerShdw blurRad="38100" dist="19050" dir="2700000" algn="tl" rotWithShape="0">
                <a:schemeClr val="dk1">
                  <a:alpha val="40000"/>
                </a:schemeClr>
              </a:outerShdw>
            </a:effectLst>
          </a:endParaRPr>
        </a:p>
      </dgm:t>
    </dgm:pt>
    <dgm:pt modelId="{A858B585-C879-4555-B36F-14DC90004B75}">
      <dgm:prSet phldrT="[Text]" phldr="0"/>
      <dgm:spPr/>
      <dgm:t>
        <a:bodyPr/>
        <a:lstStyle/>
        <a:p>
          <a:r>
            <a:rPr lang="en-US" b="0" cap="none" spc="0">
              <a:ln w="0"/>
              <a:solidFill>
                <a:schemeClr val="tx1"/>
              </a:solidFill>
              <a:effectLst>
                <a:outerShdw blurRad="38100" dist="19050" dir="2700000" algn="tl" rotWithShape="0">
                  <a:schemeClr val="dk1">
                    <a:alpha val="40000"/>
                  </a:schemeClr>
                </a:outerShdw>
              </a:effectLst>
            </a:rPr>
            <a:t>Finishing up</a:t>
          </a:r>
          <a:endParaRPr lang="en-US" b="0" cap="none" spc="0" dirty="0">
            <a:ln w="0"/>
            <a:solidFill>
              <a:schemeClr val="tx1"/>
            </a:solidFill>
            <a:effectLst>
              <a:outerShdw blurRad="38100" dist="19050" dir="2700000" algn="tl" rotWithShape="0">
                <a:schemeClr val="dk1">
                  <a:alpha val="40000"/>
                </a:schemeClr>
              </a:outerShdw>
            </a:effectLst>
          </a:endParaRPr>
        </a:p>
      </dgm:t>
    </dgm:pt>
    <dgm:pt modelId="{5B8DCF5E-75B1-4813-8079-D2AC270AAC8D}" type="parTrans" cxnId="{A10F521A-AFB4-4846-A6EA-47960DAB754E}">
      <dgm:prSet/>
      <dgm:spPr/>
      <dgm:t>
        <a:bodyPr/>
        <a:lstStyle/>
        <a:p>
          <a:endParaRPr lang="en-US"/>
        </a:p>
      </dgm:t>
    </dgm:pt>
    <dgm:pt modelId="{9185E20B-33F7-46CC-824E-E7D00CFE3E92}" type="sibTrans" cxnId="{A10F521A-AFB4-4846-A6EA-47960DAB754E}">
      <dgm:prSet/>
      <dgm:spPr/>
      <dgm:t>
        <a:bodyPr/>
        <a:lstStyle/>
        <a:p>
          <a:endParaRPr lang="en-US"/>
        </a:p>
      </dgm:t>
    </dgm:pt>
    <dgm:pt modelId="{CC53DD74-72C7-488A-AED8-64854EDF4AF5}" type="pres">
      <dgm:prSet presAssocID="{389D0AE1-E5A9-4626-8A35-7C5CFE7E83A3}" presName="Name0" presStyleCnt="0">
        <dgm:presLayoutVars>
          <dgm:dir/>
          <dgm:resizeHandles val="exact"/>
        </dgm:presLayoutVars>
      </dgm:prSet>
      <dgm:spPr/>
    </dgm:pt>
    <dgm:pt modelId="{D9ED365F-B235-4B8C-80A6-E3491C4081CD}" type="pres">
      <dgm:prSet presAssocID="{85EC1A27-06D6-4D5C-A7A7-CFFE4D95A55D}" presName="node" presStyleLbl="node1" presStyleIdx="0" presStyleCnt="7">
        <dgm:presLayoutVars>
          <dgm:bulletEnabled val="1"/>
        </dgm:presLayoutVars>
      </dgm:prSet>
      <dgm:spPr/>
    </dgm:pt>
    <dgm:pt modelId="{BED3ACB4-806E-45F9-AAC7-96B08AFF831E}" type="pres">
      <dgm:prSet presAssocID="{86FB0416-1FF9-4866-911E-80F98B6F6E64}" presName="sibTrans" presStyleLbl="sibTrans2D1" presStyleIdx="0" presStyleCnt="6"/>
      <dgm:spPr/>
    </dgm:pt>
    <dgm:pt modelId="{143FAF79-8E85-4BE1-9D39-A49A03C9DC02}" type="pres">
      <dgm:prSet presAssocID="{86FB0416-1FF9-4866-911E-80F98B6F6E64}" presName="connectorText" presStyleLbl="sibTrans2D1" presStyleIdx="0" presStyleCnt="6"/>
      <dgm:spPr/>
    </dgm:pt>
    <dgm:pt modelId="{1F0DD1F2-11A2-4D83-8141-63408339D37F}" type="pres">
      <dgm:prSet presAssocID="{A8D645AF-E7E9-40F5-98AD-6AA1F304F3EC}" presName="node" presStyleLbl="node1" presStyleIdx="1" presStyleCnt="7">
        <dgm:presLayoutVars>
          <dgm:bulletEnabled val="1"/>
        </dgm:presLayoutVars>
      </dgm:prSet>
      <dgm:spPr/>
    </dgm:pt>
    <dgm:pt modelId="{28958081-A247-45BD-9521-99E4E23E6A6E}" type="pres">
      <dgm:prSet presAssocID="{D07434AD-3CAC-4B6B-941A-952EA8AAE1FB}" presName="sibTrans" presStyleLbl="sibTrans2D1" presStyleIdx="1" presStyleCnt="6"/>
      <dgm:spPr/>
    </dgm:pt>
    <dgm:pt modelId="{75F2C45F-07C0-41A7-A077-F9BE0E1C00BE}" type="pres">
      <dgm:prSet presAssocID="{D07434AD-3CAC-4B6B-941A-952EA8AAE1FB}" presName="connectorText" presStyleLbl="sibTrans2D1" presStyleIdx="1" presStyleCnt="6"/>
      <dgm:spPr/>
    </dgm:pt>
    <dgm:pt modelId="{619E2BA3-CF78-487D-9B98-9EA03D417D6E}" type="pres">
      <dgm:prSet presAssocID="{E9C6D2B5-B24A-4B43-B2D2-88AAC72E3CC1}" presName="node" presStyleLbl="node1" presStyleIdx="2" presStyleCnt="7">
        <dgm:presLayoutVars>
          <dgm:bulletEnabled val="1"/>
        </dgm:presLayoutVars>
      </dgm:prSet>
      <dgm:spPr/>
    </dgm:pt>
    <dgm:pt modelId="{FCFE3016-03B8-405C-8093-6DEA00F7660D}" type="pres">
      <dgm:prSet presAssocID="{72D5B8B7-45B2-439F-AC31-2AE52B1D3837}" presName="sibTrans" presStyleLbl="sibTrans2D1" presStyleIdx="2" presStyleCnt="6"/>
      <dgm:spPr/>
    </dgm:pt>
    <dgm:pt modelId="{1913B6A7-0F6E-4985-8F69-E4D3592FC5BF}" type="pres">
      <dgm:prSet presAssocID="{72D5B8B7-45B2-439F-AC31-2AE52B1D3837}" presName="connectorText" presStyleLbl="sibTrans2D1" presStyleIdx="2" presStyleCnt="6"/>
      <dgm:spPr/>
    </dgm:pt>
    <dgm:pt modelId="{BC864BB7-EE8A-489A-B4F1-0A337D58641A}" type="pres">
      <dgm:prSet presAssocID="{9264CD06-FAB3-474F-9EF1-391ACBB8D6E5}" presName="node" presStyleLbl="node1" presStyleIdx="3" presStyleCnt="7">
        <dgm:presLayoutVars>
          <dgm:bulletEnabled val="1"/>
        </dgm:presLayoutVars>
      </dgm:prSet>
      <dgm:spPr/>
    </dgm:pt>
    <dgm:pt modelId="{8823EDB1-3DBC-4996-A836-6818F463512F}" type="pres">
      <dgm:prSet presAssocID="{5301B29F-5DC6-4959-AE36-26DD6A653858}" presName="sibTrans" presStyleLbl="sibTrans2D1" presStyleIdx="3" presStyleCnt="6"/>
      <dgm:spPr/>
    </dgm:pt>
    <dgm:pt modelId="{4F0C777C-8D4A-46BA-84DE-C5D69EFB0A57}" type="pres">
      <dgm:prSet presAssocID="{5301B29F-5DC6-4959-AE36-26DD6A653858}" presName="connectorText" presStyleLbl="sibTrans2D1" presStyleIdx="3" presStyleCnt="6"/>
      <dgm:spPr/>
    </dgm:pt>
    <dgm:pt modelId="{270AC566-7003-46F9-A59C-9331A676FDFE}" type="pres">
      <dgm:prSet presAssocID="{3D7B938B-1E8B-4414-B538-1C8E7CC0E57D}" presName="node" presStyleLbl="node1" presStyleIdx="4" presStyleCnt="7">
        <dgm:presLayoutVars>
          <dgm:bulletEnabled val="1"/>
        </dgm:presLayoutVars>
      </dgm:prSet>
      <dgm:spPr/>
    </dgm:pt>
    <dgm:pt modelId="{0CFE64E9-D1F3-4D3C-94F0-4791C64DF21C}" type="pres">
      <dgm:prSet presAssocID="{8023F812-7B0F-4BA5-98C2-0943753CA827}" presName="sibTrans" presStyleLbl="sibTrans2D1" presStyleIdx="4" presStyleCnt="6"/>
      <dgm:spPr/>
    </dgm:pt>
    <dgm:pt modelId="{41578BD4-2301-43A2-99CA-67F291AF6261}" type="pres">
      <dgm:prSet presAssocID="{8023F812-7B0F-4BA5-98C2-0943753CA827}" presName="connectorText" presStyleLbl="sibTrans2D1" presStyleIdx="4" presStyleCnt="6"/>
      <dgm:spPr/>
    </dgm:pt>
    <dgm:pt modelId="{70493FEC-AC20-4E0F-A588-0C4F3A3CF6DF}" type="pres">
      <dgm:prSet presAssocID="{3046D622-1310-4DFF-8DAC-7F64F10F6347}" presName="node" presStyleLbl="node1" presStyleIdx="5" presStyleCnt="7">
        <dgm:presLayoutVars>
          <dgm:bulletEnabled val="1"/>
        </dgm:presLayoutVars>
      </dgm:prSet>
      <dgm:spPr/>
    </dgm:pt>
    <dgm:pt modelId="{752C8C4F-114D-42E5-8F64-86623FFDBC12}" type="pres">
      <dgm:prSet presAssocID="{29CDE986-C2F6-402F-B6E3-BA7BCADE287F}" presName="sibTrans" presStyleLbl="sibTrans2D1" presStyleIdx="5" presStyleCnt="6"/>
      <dgm:spPr/>
    </dgm:pt>
    <dgm:pt modelId="{2515D1CC-EDFA-4DD1-9945-03EFF79B0BE1}" type="pres">
      <dgm:prSet presAssocID="{29CDE986-C2F6-402F-B6E3-BA7BCADE287F}" presName="connectorText" presStyleLbl="sibTrans2D1" presStyleIdx="5" presStyleCnt="6"/>
      <dgm:spPr/>
    </dgm:pt>
    <dgm:pt modelId="{3BA898B3-A071-4182-B8C7-5701A4082247}" type="pres">
      <dgm:prSet presAssocID="{A858B585-C879-4555-B36F-14DC90004B75}" presName="node" presStyleLbl="node1" presStyleIdx="6" presStyleCnt="7">
        <dgm:presLayoutVars>
          <dgm:bulletEnabled val="1"/>
        </dgm:presLayoutVars>
      </dgm:prSet>
      <dgm:spPr/>
    </dgm:pt>
  </dgm:ptLst>
  <dgm:cxnLst>
    <dgm:cxn modelId="{3A985106-16B8-4DAA-AD2C-6BBB5A78DB17}" type="presOf" srcId="{8023F812-7B0F-4BA5-98C2-0943753CA827}" destId="{41578BD4-2301-43A2-99CA-67F291AF6261}" srcOrd="1" destOrd="0" presId="urn:microsoft.com/office/officeart/2005/8/layout/process1"/>
    <dgm:cxn modelId="{A10F521A-AFB4-4846-A6EA-47960DAB754E}" srcId="{389D0AE1-E5A9-4626-8A35-7C5CFE7E83A3}" destId="{A858B585-C879-4555-B36F-14DC90004B75}" srcOrd="6" destOrd="0" parTransId="{5B8DCF5E-75B1-4813-8079-D2AC270AAC8D}" sibTransId="{9185E20B-33F7-46CC-824E-E7D00CFE3E92}"/>
    <dgm:cxn modelId="{DD2A7F2B-6D8A-405A-9075-622BA690E874}" type="presOf" srcId="{29CDE986-C2F6-402F-B6E3-BA7BCADE287F}" destId="{2515D1CC-EDFA-4DD1-9945-03EFF79B0BE1}" srcOrd="1" destOrd="0" presId="urn:microsoft.com/office/officeart/2005/8/layout/process1"/>
    <dgm:cxn modelId="{72D08338-CE74-4675-8288-7893C3F02623}" type="presOf" srcId="{A8D645AF-E7E9-40F5-98AD-6AA1F304F3EC}" destId="{1F0DD1F2-11A2-4D83-8141-63408339D37F}" srcOrd="0" destOrd="0" presId="urn:microsoft.com/office/officeart/2005/8/layout/process1"/>
    <dgm:cxn modelId="{68C9EC43-35A8-4676-B32E-A48FEEDF473D}" type="presOf" srcId="{86FB0416-1FF9-4866-911E-80F98B6F6E64}" destId="{143FAF79-8E85-4BE1-9D39-A49A03C9DC02}" srcOrd="1" destOrd="0" presId="urn:microsoft.com/office/officeart/2005/8/layout/process1"/>
    <dgm:cxn modelId="{F2064945-DBD1-4DA5-869E-3A935F54FF04}" type="presOf" srcId="{85EC1A27-06D6-4D5C-A7A7-CFFE4D95A55D}" destId="{D9ED365F-B235-4B8C-80A6-E3491C4081CD}" srcOrd="0" destOrd="0" presId="urn:microsoft.com/office/officeart/2005/8/layout/process1"/>
    <dgm:cxn modelId="{C378916B-7066-49A5-A136-58D8B2292970}" srcId="{389D0AE1-E5A9-4626-8A35-7C5CFE7E83A3}" destId="{9264CD06-FAB3-474F-9EF1-391ACBB8D6E5}" srcOrd="3" destOrd="0" parTransId="{F9D63606-DA41-41DE-8223-BCEA63EB753A}" sibTransId="{5301B29F-5DC6-4959-AE36-26DD6A653858}"/>
    <dgm:cxn modelId="{BF12566D-2E5A-4EAD-886F-60A87C26B87B}" type="presOf" srcId="{3046D622-1310-4DFF-8DAC-7F64F10F6347}" destId="{70493FEC-AC20-4E0F-A588-0C4F3A3CF6DF}" srcOrd="0" destOrd="0" presId="urn:microsoft.com/office/officeart/2005/8/layout/process1"/>
    <dgm:cxn modelId="{B1330452-2E79-4A74-A208-EC387000D0A9}" type="presOf" srcId="{8023F812-7B0F-4BA5-98C2-0943753CA827}" destId="{0CFE64E9-D1F3-4D3C-94F0-4791C64DF21C}" srcOrd="0" destOrd="0" presId="urn:microsoft.com/office/officeart/2005/8/layout/process1"/>
    <dgm:cxn modelId="{01DF4973-2DF2-4360-9795-5083DD0A506C}" type="presOf" srcId="{389D0AE1-E5A9-4626-8A35-7C5CFE7E83A3}" destId="{CC53DD74-72C7-488A-AED8-64854EDF4AF5}" srcOrd="0" destOrd="0" presId="urn:microsoft.com/office/officeart/2005/8/layout/process1"/>
    <dgm:cxn modelId="{CA13F075-9838-471D-AFFD-2DAEFDED6001}" srcId="{389D0AE1-E5A9-4626-8A35-7C5CFE7E83A3}" destId="{3D7B938B-1E8B-4414-B538-1C8E7CC0E57D}" srcOrd="4" destOrd="0" parTransId="{063A2B43-0FC5-4E6B-BD68-D2D96951C037}" sibTransId="{8023F812-7B0F-4BA5-98C2-0943753CA827}"/>
    <dgm:cxn modelId="{D2299A78-322C-4716-B3A9-E92F9B5A6CDD}" type="presOf" srcId="{5301B29F-5DC6-4959-AE36-26DD6A653858}" destId="{8823EDB1-3DBC-4996-A836-6818F463512F}" srcOrd="0" destOrd="0" presId="urn:microsoft.com/office/officeart/2005/8/layout/process1"/>
    <dgm:cxn modelId="{9F7B837B-AA92-4887-A8C2-8E573BBD7C64}" srcId="{389D0AE1-E5A9-4626-8A35-7C5CFE7E83A3}" destId="{3046D622-1310-4DFF-8DAC-7F64F10F6347}" srcOrd="5" destOrd="0" parTransId="{557902C7-B90A-40D1-8788-CC6EE4978CCD}" sibTransId="{29CDE986-C2F6-402F-B6E3-BA7BCADE287F}"/>
    <dgm:cxn modelId="{9C5DA57F-4A0C-4509-8D93-335531325DA2}" type="presOf" srcId="{29CDE986-C2F6-402F-B6E3-BA7BCADE287F}" destId="{752C8C4F-114D-42E5-8F64-86623FFDBC12}" srcOrd="0" destOrd="0" presId="urn:microsoft.com/office/officeart/2005/8/layout/process1"/>
    <dgm:cxn modelId="{1DB19A86-F4A6-4324-AEE4-5FD22487D32E}" type="presOf" srcId="{E9C6D2B5-B24A-4B43-B2D2-88AAC72E3CC1}" destId="{619E2BA3-CF78-487D-9B98-9EA03D417D6E}" srcOrd="0" destOrd="0" presId="urn:microsoft.com/office/officeart/2005/8/layout/process1"/>
    <dgm:cxn modelId="{D0878EA2-C09B-4A54-B641-C9A5CC1C90F5}" type="presOf" srcId="{D07434AD-3CAC-4B6B-941A-952EA8AAE1FB}" destId="{28958081-A247-45BD-9521-99E4E23E6A6E}" srcOrd="0" destOrd="0" presId="urn:microsoft.com/office/officeart/2005/8/layout/process1"/>
    <dgm:cxn modelId="{0E3853AB-2A4E-4B96-B246-171F3E26717B}" srcId="{389D0AE1-E5A9-4626-8A35-7C5CFE7E83A3}" destId="{E9C6D2B5-B24A-4B43-B2D2-88AAC72E3CC1}" srcOrd="2" destOrd="0" parTransId="{8FD88154-EA09-47C4-978D-A6364AE99573}" sibTransId="{72D5B8B7-45B2-439F-AC31-2AE52B1D3837}"/>
    <dgm:cxn modelId="{A47D53AB-2EDD-4AF1-A4D6-E70BC2E43E18}" type="presOf" srcId="{3D7B938B-1E8B-4414-B538-1C8E7CC0E57D}" destId="{270AC566-7003-46F9-A59C-9331A676FDFE}" srcOrd="0" destOrd="0" presId="urn:microsoft.com/office/officeart/2005/8/layout/process1"/>
    <dgm:cxn modelId="{F93398AE-D0C9-4497-A742-F5AE974B8C1D}" type="presOf" srcId="{D07434AD-3CAC-4B6B-941A-952EA8AAE1FB}" destId="{75F2C45F-07C0-41A7-A077-F9BE0E1C00BE}" srcOrd="1" destOrd="0" presId="urn:microsoft.com/office/officeart/2005/8/layout/process1"/>
    <dgm:cxn modelId="{9EEF50B0-5168-4AB1-838B-70F303696C42}" type="presOf" srcId="{86FB0416-1FF9-4866-911E-80F98B6F6E64}" destId="{BED3ACB4-806E-45F9-AAC7-96B08AFF831E}" srcOrd="0" destOrd="0" presId="urn:microsoft.com/office/officeart/2005/8/layout/process1"/>
    <dgm:cxn modelId="{5D2D91B7-538A-46D9-AAF2-35A6B3BAF7A3}" type="presOf" srcId="{A858B585-C879-4555-B36F-14DC90004B75}" destId="{3BA898B3-A071-4182-B8C7-5701A4082247}" srcOrd="0" destOrd="0" presId="urn:microsoft.com/office/officeart/2005/8/layout/process1"/>
    <dgm:cxn modelId="{E2F85EC9-2911-449A-AC30-DDBBA45A4204}" srcId="{389D0AE1-E5A9-4626-8A35-7C5CFE7E83A3}" destId="{85EC1A27-06D6-4D5C-A7A7-CFFE4D95A55D}" srcOrd="0" destOrd="0" parTransId="{617ABE54-F3EF-43CA-86FA-C8D96BE60B0E}" sibTransId="{86FB0416-1FF9-4866-911E-80F98B6F6E64}"/>
    <dgm:cxn modelId="{0E97DFD7-1BAD-4682-ACEB-1ED1DC6575E1}" type="presOf" srcId="{5301B29F-5DC6-4959-AE36-26DD6A653858}" destId="{4F0C777C-8D4A-46BA-84DE-C5D69EFB0A57}" srcOrd="1" destOrd="0" presId="urn:microsoft.com/office/officeart/2005/8/layout/process1"/>
    <dgm:cxn modelId="{0EE89AE0-E73C-4361-B096-B06C96854C54}" srcId="{389D0AE1-E5A9-4626-8A35-7C5CFE7E83A3}" destId="{A8D645AF-E7E9-40F5-98AD-6AA1F304F3EC}" srcOrd="1" destOrd="0" parTransId="{5A65F871-CCD8-4EE7-BA77-40AD8E92D5CD}" sibTransId="{D07434AD-3CAC-4B6B-941A-952EA8AAE1FB}"/>
    <dgm:cxn modelId="{B99FCDE2-AD05-4D52-8D6F-584ECCA8A1C9}" type="presOf" srcId="{72D5B8B7-45B2-439F-AC31-2AE52B1D3837}" destId="{FCFE3016-03B8-405C-8093-6DEA00F7660D}" srcOrd="0" destOrd="0" presId="urn:microsoft.com/office/officeart/2005/8/layout/process1"/>
    <dgm:cxn modelId="{15EB27EB-587C-4D25-AFFD-E13C3A55A145}" type="presOf" srcId="{9264CD06-FAB3-474F-9EF1-391ACBB8D6E5}" destId="{BC864BB7-EE8A-489A-B4F1-0A337D58641A}" srcOrd="0" destOrd="0" presId="urn:microsoft.com/office/officeart/2005/8/layout/process1"/>
    <dgm:cxn modelId="{EBC6C9F5-2BF6-40D9-9906-899864334113}" type="presOf" srcId="{72D5B8B7-45B2-439F-AC31-2AE52B1D3837}" destId="{1913B6A7-0F6E-4985-8F69-E4D3592FC5BF}" srcOrd="1" destOrd="0" presId="urn:microsoft.com/office/officeart/2005/8/layout/process1"/>
    <dgm:cxn modelId="{BB826E30-A8A5-4866-B7A1-F62F1604C9CB}" type="presParOf" srcId="{CC53DD74-72C7-488A-AED8-64854EDF4AF5}" destId="{D9ED365F-B235-4B8C-80A6-E3491C4081CD}" srcOrd="0" destOrd="0" presId="urn:microsoft.com/office/officeart/2005/8/layout/process1"/>
    <dgm:cxn modelId="{E7263E7A-904D-41CB-9D99-389AB5BBA165}" type="presParOf" srcId="{CC53DD74-72C7-488A-AED8-64854EDF4AF5}" destId="{BED3ACB4-806E-45F9-AAC7-96B08AFF831E}" srcOrd="1" destOrd="0" presId="urn:microsoft.com/office/officeart/2005/8/layout/process1"/>
    <dgm:cxn modelId="{D6A1C5E8-DC68-4E1B-9FF7-3BB3ADE3B566}" type="presParOf" srcId="{BED3ACB4-806E-45F9-AAC7-96B08AFF831E}" destId="{143FAF79-8E85-4BE1-9D39-A49A03C9DC02}" srcOrd="0" destOrd="0" presId="urn:microsoft.com/office/officeart/2005/8/layout/process1"/>
    <dgm:cxn modelId="{117E7109-3A6D-4C32-8BF6-71CB0909205B}" type="presParOf" srcId="{CC53DD74-72C7-488A-AED8-64854EDF4AF5}" destId="{1F0DD1F2-11A2-4D83-8141-63408339D37F}" srcOrd="2" destOrd="0" presId="urn:microsoft.com/office/officeart/2005/8/layout/process1"/>
    <dgm:cxn modelId="{55EA9150-6657-4851-BE92-C6358F50A85C}" type="presParOf" srcId="{CC53DD74-72C7-488A-AED8-64854EDF4AF5}" destId="{28958081-A247-45BD-9521-99E4E23E6A6E}" srcOrd="3" destOrd="0" presId="urn:microsoft.com/office/officeart/2005/8/layout/process1"/>
    <dgm:cxn modelId="{1A1D44E5-61E3-4B6B-AF34-787692E2EC38}" type="presParOf" srcId="{28958081-A247-45BD-9521-99E4E23E6A6E}" destId="{75F2C45F-07C0-41A7-A077-F9BE0E1C00BE}" srcOrd="0" destOrd="0" presId="urn:microsoft.com/office/officeart/2005/8/layout/process1"/>
    <dgm:cxn modelId="{4ECA62F9-73BA-4E39-9BD6-E108569BED98}" type="presParOf" srcId="{CC53DD74-72C7-488A-AED8-64854EDF4AF5}" destId="{619E2BA3-CF78-487D-9B98-9EA03D417D6E}" srcOrd="4" destOrd="0" presId="urn:microsoft.com/office/officeart/2005/8/layout/process1"/>
    <dgm:cxn modelId="{ECB02E38-1B57-485D-A4C9-07EEA614C925}" type="presParOf" srcId="{CC53DD74-72C7-488A-AED8-64854EDF4AF5}" destId="{FCFE3016-03B8-405C-8093-6DEA00F7660D}" srcOrd="5" destOrd="0" presId="urn:microsoft.com/office/officeart/2005/8/layout/process1"/>
    <dgm:cxn modelId="{C1BC227D-D1D9-433A-84A0-AD21133578FA}" type="presParOf" srcId="{FCFE3016-03B8-405C-8093-6DEA00F7660D}" destId="{1913B6A7-0F6E-4985-8F69-E4D3592FC5BF}" srcOrd="0" destOrd="0" presId="urn:microsoft.com/office/officeart/2005/8/layout/process1"/>
    <dgm:cxn modelId="{32FEFE70-BF7C-4568-ACCA-C981E723D58A}" type="presParOf" srcId="{CC53DD74-72C7-488A-AED8-64854EDF4AF5}" destId="{BC864BB7-EE8A-489A-B4F1-0A337D58641A}" srcOrd="6" destOrd="0" presId="urn:microsoft.com/office/officeart/2005/8/layout/process1"/>
    <dgm:cxn modelId="{383C34DD-C2A2-4D3C-8797-2B05FA963C6B}" type="presParOf" srcId="{CC53DD74-72C7-488A-AED8-64854EDF4AF5}" destId="{8823EDB1-3DBC-4996-A836-6818F463512F}" srcOrd="7" destOrd="0" presId="urn:microsoft.com/office/officeart/2005/8/layout/process1"/>
    <dgm:cxn modelId="{065449B9-28F5-461A-8E69-E4A54395C8B6}" type="presParOf" srcId="{8823EDB1-3DBC-4996-A836-6818F463512F}" destId="{4F0C777C-8D4A-46BA-84DE-C5D69EFB0A57}" srcOrd="0" destOrd="0" presId="urn:microsoft.com/office/officeart/2005/8/layout/process1"/>
    <dgm:cxn modelId="{AE489C46-CBAE-4483-917B-EBDABE5F6D9C}" type="presParOf" srcId="{CC53DD74-72C7-488A-AED8-64854EDF4AF5}" destId="{270AC566-7003-46F9-A59C-9331A676FDFE}" srcOrd="8" destOrd="0" presId="urn:microsoft.com/office/officeart/2005/8/layout/process1"/>
    <dgm:cxn modelId="{52A9812B-B22F-4F1E-9679-F3895FAA2689}" type="presParOf" srcId="{CC53DD74-72C7-488A-AED8-64854EDF4AF5}" destId="{0CFE64E9-D1F3-4D3C-94F0-4791C64DF21C}" srcOrd="9" destOrd="0" presId="urn:microsoft.com/office/officeart/2005/8/layout/process1"/>
    <dgm:cxn modelId="{D732BBAC-18BF-4BDD-92DC-CF2B186965A8}" type="presParOf" srcId="{0CFE64E9-D1F3-4D3C-94F0-4791C64DF21C}" destId="{41578BD4-2301-43A2-99CA-67F291AF6261}" srcOrd="0" destOrd="0" presId="urn:microsoft.com/office/officeart/2005/8/layout/process1"/>
    <dgm:cxn modelId="{A24F866A-DA55-4A56-A7B5-63C3DA7FABC7}" type="presParOf" srcId="{CC53DD74-72C7-488A-AED8-64854EDF4AF5}" destId="{70493FEC-AC20-4E0F-A588-0C4F3A3CF6DF}" srcOrd="10" destOrd="0" presId="urn:microsoft.com/office/officeart/2005/8/layout/process1"/>
    <dgm:cxn modelId="{D58EE04F-36B4-4485-8376-8332DB1F573F}" type="presParOf" srcId="{CC53DD74-72C7-488A-AED8-64854EDF4AF5}" destId="{752C8C4F-114D-42E5-8F64-86623FFDBC12}" srcOrd="11" destOrd="0" presId="urn:microsoft.com/office/officeart/2005/8/layout/process1"/>
    <dgm:cxn modelId="{0CB6297C-6F15-4A9D-B05E-50B824A3AA17}" type="presParOf" srcId="{752C8C4F-114D-42E5-8F64-86623FFDBC12}" destId="{2515D1CC-EDFA-4DD1-9945-03EFF79B0BE1}" srcOrd="0" destOrd="0" presId="urn:microsoft.com/office/officeart/2005/8/layout/process1"/>
    <dgm:cxn modelId="{B8751B48-FBB4-44DA-AA8C-CD7BF655ECAC}" type="presParOf" srcId="{CC53DD74-72C7-488A-AED8-64854EDF4AF5}" destId="{3BA898B3-A071-4182-B8C7-5701A4082247}" srcOrd="1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D365F-B235-4B8C-80A6-E3491C4081CD}">
      <dsp:nvSpPr>
        <dsp:cNvPr id="0" name=""/>
        <dsp:cNvSpPr/>
      </dsp:nvSpPr>
      <dsp:spPr>
        <a:xfrm>
          <a:off x="1711" y="1837556"/>
          <a:ext cx="648146" cy="388887"/>
        </a:xfrm>
        <a:prstGeom prst="roundRect">
          <a:avLst>
            <a:gd name="adj" fmla="val 10000"/>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dirty="0">
              <a:ln w="0"/>
              <a:solidFill>
                <a:schemeClr val="tx1"/>
              </a:solidFill>
              <a:effectLst>
                <a:outerShdw blurRad="38100" dist="19050" dir="2700000" algn="tl" rotWithShape="0">
                  <a:schemeClr val="dk1">
                    <a:alpha val="40000"/>
                  </a:schemeClr>
                </a:outerShdw>
              </a:effectLst>
            </a:rPr>
            <a:t>Brainstorming</a:t>
          </a:r>
        </a:p>
      </dsp:txBody>
      <dsp:txXfrm>
        <a:off x="13101" y="1848946"/>
        <a:ext cx="625366" cy="366107"/>
      </dsp:txXfrm>
    </dsp:sp>
    <dsp:sp modelId="{BED3ACB4-806E-45F9-AAC7-96B08AFF831E}">
      <dsp:nvSpPr>
        <dsp:cNvPr id="0" name=""/>
        <dsp:cNvSpPr/>
      </dsp:nvSpPr>
      <dsp:spPr>
        <a:xfrm>
          <a:off x="714672" y="1951629"/>
          <a:ext cx="137407" cy="160740"/>
        </a:xfrm>
        <a:prstGeom prst="rightArrow">
          <a:avLst>
            <a:gd name="adj1" fmla="val 60000"/>
            <a:gd name="adj2" fmla="val 50000"/>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cap="none" spc="0">
            <a:ln w="0"/>
            <a:solidFill>
              <a:schemeClr val="tx1"/>
            </a:solidFill>
            <a:effectLst>
              <a:outerShdw blurRad="38100" dist="19050" dir="2700000" algn="tl" rotWithShape="0">
                <a:schemeClr val="dk1">
                  <a:alpha val="40000"/>
                </a:schemeClr>
              </a:outerShdw>
            </a:effectLst>
          </a:endParaRPr>
        </a:p>
      </dsp:txBody>
      <dsp:txXfrm>
        <a:off x="714672" y="1983777"/>
        <a:ext cx="96185" cy="96444"/>
      </dsp:txXfrm>
    </dsp:sp>
    <dsp:sp modelId="{1F0DD1F2-11A2-4D83-8141-63408339D37F}">
      <dsp:nvSpPr>
        <dsp:cNvPr id="0" name=""/>
        <dsp:cNvSpPr/>
      </dsp:nvSpPr>
      <dsp:spPr>
        <a:xfrm>
          <a:off x="909116" y="1837556"/>
          <a:ext cx="648146" cy="388887"/>
        </a:xfrm>
        <a:prstGeom prst="roundRect">
          <a:avLst>
            <a:gd name="adj" fmla="val 10000"/>
          </a:avLst>
        </a:prstGeom>
        <a:gradFill rotWithShape="0">
          <a:gsLst>
            <a:gs pos="0">
              <a:schemeClr val="accent4">
                <a:hueOff val="3351920"/>
                <a:satOff val="-3510"/>
                <a:lumOff val="-2026"/>
                <a:alphaOff val="0"/>
                <a:tint val="100000"/>
                <a:shade val="100000"/>
                <a:satMod val="130000"/>
              </a:schemeClr>
            </a:gs>
            <a:gs pos="100000">
              <a:schemeClr val="accent4">
                <a:hueOff val="3351920"/>
                <a:satOff val="-3510"/>
                <a:lumOff val="-202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dirty="0">
              <a:ln w="0"/>
              <a:solidFill>
                <a:schemeClr val="tx1"/>
              </a:solidFill>
              <a:effectLst>
                <a:outerShdw blurRad="38100" dist="19050" dir="2700000" algn="tl" rotWithShape="0">
                  <a:schemeClr val="dk1">
                    <a:alpha val="40000"/>
                  </a:schemeClr>
                </a:outerShdw>
              </a:effectLst>
            </a:rPr>
            <a:t>Meet up at Biscayne Hall</a:t>
          </a:r>
        </a:p>
      </dsp:txBody>
      <dsp:txXfrm>
        <a:off x="920506" y="1848946"/>
        <a:ext cx="625366" cy="366107"/>
      </dsp:txXfrm>
    </dsp:sp>
    <dsp:sp modelId="{28958081-A247-45BD-9521-99E4E23E6A6E}">
      <dsp:nvSpPr>
        <dsp:cNvPr id="0" name=""/>
        <dsp:cNvSpPr/>
      </dsp:nvSpPr>
      <dsp:spPr>
        <a:xfrm>
          <a:off x="1622077" y="1951629"/>
          <a:ext cx="137407" cy="160740"/>
        </a:xfrm>
        <a:prstGeom prst="rightArrow">
          <a:avLst>
            <a:gd name="adj1" fmla="val 60000"/>
            <a:gd name="adj2" fmla="val 50000"/>
          </a:avLst>
        </a:prstGeom>
        <a:gradFill rotWithShape="0">
          <a:gsLst>
            <a:gs pos="0">
              <a:schemeClr val="accent4">
                <a:hueOff val="4022305"/>
                <a:satOff val="-4212"/>
                <a:lumOff val="-2431"/>
                <a:alphaOff val="0"/>
                <a:tint val="100000"/>
                <a:shade val="100000"/>
                <a:satMod val="130000"/>
              </a:schemeClr>
            </a:gs>
            <a:gs pos="100000">
              <a:schemeClr val="accent4">
                <a:hueOff val="4022305"/>
                <a:satOff val="-4212"/>
                <a:lumOff val="-2431"/>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cap="none" spc="0">
            <a:ln w="0"/>
            <a:solidFill>
              <a:schemeClr val="tx1"/>
            </a:solidFill>
            <a:effectLst>
              <a:outerShdw blurRad="38100" dist="19050" dir="2700000" algn="tl" rotWithShape="0">
                <a:schemeClr val="dk1">
                  <a:alpha val="40000"/>
                </a:schemeClr>
              </a:outerShdw>
            </a:effectLst>
          </a:endParaRPr>
        </a:p>
      </dsp:txBody>
      <dsp:txXfrm>
        <a:off x="1622077" y="1983777"/>
        <a:ext cx="96185" cy="96444"/>
      </dsp:txXfrm>
    </dsp:sp>
    <dsp:sp modelId="{619E2BA3-CF78-487D-9B98-9EA03D417D6E}">
      <dsp:nvSpPr>
        <dsp:cNvPr id="0" name=""/>
        <dsp:cNvSpPr/>
      </dsp:nvSpPr>
      <dsp:spPr>
        <a:xfrm>
          <a:off x="1816521" y="1837556"/>
          <a:ext cx="648146" cy="388887"/>
        </a:xfrm>
        <a:prstGeom prst="roundRect">
          <a:avLst>
            <a:gd name="adj" fmla="val 10000"/>
          </a:avLst>
        </a:prstGeom>
        <a:gradFill rotWithShape="0">
          <a:gsLst>
            <a:gs pos="0">
              <a:schemeClr val="accent4">
                <a:hueOff val="6703841"/>
                <a:satOff val="-7020"/>
                <a:lumOff val="-4052"/>
                <a:alphaOff val="0"/>
                <a:tint val="100000"/>
                <a:shade val="100000"/>
                <a:satMod val="130000"/>
              </a:schemeClr>
            </a:gs>
            <a:gs pos="100000">
              <a:schemeClr val="accent4">
                <a:hueOff val="6703841"/>
                <a:satOff val="-7020"/>
                <a:lumOff val="-40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dirty="0">
              <a:ln w="0"/>
              <a:solidFill>
                <a:schemeClr val="tx1"/>
              </a:solidFill>
              <a:effectLst>
                <a:outerShdw blurRad="38100" dist="19050" dir="2700000" algn="tl" rotWithShape="0">
                  <a:schemeClr val="dk1">
                    <a:alpha val="40000"/>
                  </a:schemeClr>
                </a:outerShdw>
              </a:effectLst>
            </a:rPr>
            <a:t>Creating the Game</a:t>
          </a:r>
        </a:p>
      </dsp:txBody>
      <dsp:txXfrm>
        <a:off x="1827911" y="1848946"/>
        <a:ext cx="625366" cy="366107"/>
      </dsp:txXfrm>
    </dsp:sp>
    <dsp:sp modelId="{FCFE3016-03B8-405C-8093-6DEA00F7660D}">
      <dsp:nvSpPr>
        <dsp:cNvPr id="0" name=""/>
        <dsp:cNvSpPr/>
      </dsp:nvSpPr>
      <dsp:spPr>
        <a:xfrm>
          <a:off x="2529482" y="1951629"/>
          <a:ext cx="137407" cy="160740"/>
        </a:xfrm>
        <a:prstGeom prst="rightArrow">
          <a:avLst>
            <a:gd name="adj1" fmla="val 60000"/>
            <a:gd name="adj2" fmla="val 50000"/>
          </a:avLst>
        </a:prstGeom>
        <a:gradFill rotWithShape="0">
          <a:gsLst>
            <a:gs pos="0">
              <a:schemeClr val="accent4">
                <a:hueOff val="8044610"/>
                <a:satOff val="-8424"/>
                <a:lumOff val="-4862"/>
                <a:alphaOff val="0"/>
                <a:tint val="100000"/>
                <a:shade val="100000"/>
                <a:satMod val="130000"/>
              </a:schemeClr>
            </a:gs>
            <a:gs pos="100000">
              <a:schemeClr val="accent4">
                <a:hueOff val="8044610"/>
                <a:satOff val="-8424"/>
                <a:lumOff val="-486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cap="none" spc="0">
            <a:ln w="0"/>
            <a:solidFill>
              <a:schemeClr val="tx1"/>
            </a:solidFill>
            <a:effectLst>
              <a:outerShdw blurRad="38100" dist="19050" dir="2700000" algn="tl" rotWithShape="0">
                <a:schemeClr val="dk1">
                  <a:alpha val="40000"/>
                </a:schemeClr>
              </a:outerShdw>
            </a:effectLst>
          </a:endParaRPr>
        </a:p>
      </dsp:txBody>
      <dsp:txXfrm>
        <a:off x="2529482" y="1983777"/>
        <a:ext cx="96185" cy="96444"/>
      </dsp:txXfrm>
    </dsp:sp>
    <dsp:sp modelId="{BC864BB7-EE8A-489A-B4F1-0A337D58641A}">
      <dsp:nvSpPr>
        <dsp:cNvPr id="0" name=""/>
        <dsp:cNvSpPr/>
      </dsp:nvSpPr>
      <dsp:spPr>
        <a:xfrm>
          <a:off x="2723926" y="1837556"/>
          <a:ext cx="648146" cy="388887"/>
        </a:xfrm>
        <a:prstGeom prst="roundRect">
          <a:avLst>
            <a:gd name="adj" fmla="val 10000"/>
          </a:avLst>
        </a:prstGeom>
        <a:gradFill rotWithShape="0">
          <a:gsLst>
            <a:gs pos="0">
              <a:schemeClr val="accent4">
                <a:hueOff val="10055761"/>
                <a:satOff val="-10530"/>
                <a:lumOff val="-6078"/>
                <a:alphaOff val="0"/>
                <a:tint val="100000"/>
                <a:shade val="100000"/>
                <a:satMod val="130000"/>
              </a:schemeClr>
            </a:gs>
            <a:gs pos="100000">
              <a:schemeClr val="accent4">
                <a:hueOff val="10055761"/>
                <a:satOff val="-10530"/>
                <a:lumOff val="-607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dirty="0">
              <a:ln w="0"/>
              <a:solidFill>
                <a:schemeClr val="tx1"/>
              </a:solidFill>
              <a:effectLst>
                <a:outerShdw blurRad="38100" dist="19050" dir="2700000" algn="tl" rotWithShape="0">
                  <a:schemeClr val="dk1">
                    <a:alpha val="40000"/>
                  </a:schemeClr>
                </a:outerShdw>
              </a:effectLst>
            </a:rPr>
            <a:t>Meet up at the Learning Hub</a:t>
          </a:r>
        </a:p>
      </dsp:txBody>
      <dsp:txXfrm>
        <a:off x="2735316" y="1848946"/>
        <a:ext cx="625366" cy="366107"/>
      </dsp:txXfrm>
    </dsp:sp>
    <dsp:sp modelId="{8823EDB1-3DBC-4996-A836-6818F463512F}">
      <dsp:nvSpPr>
        <dsp:cNvPr id="0" name=""/>
        <dsp:cNvSpPr/>
      </dsp:nvSpPr>
      <dsp:spPr>
        <a:xfrm>
          <a:off x="3436887" y="1951629"/>
          <a:ext cx="137407" cy="160740"/>
        </a:xfrm>
        <a:prstGeom prst="rightArrow">
          <a:avLst>
            <a:gd name="adj1" fmla="val 60000"/>
            <a:gd name="adj2" fmla="val 50000"/>
          </a:avLst>
        </a:prstGeom>
        <a:gradFill rotWithShape="0">
          <a:gsLst>
            <a:gs pos="0">
              <a:schemeClr val="accent4">
                <a:hueOff val="12066914"/>
                <a:satOff val="-12635"/>
                <a:lumOff val="-7294"/>
                <a:alphaOff val="0"/>
                <a:tint val="100000"/>
                <a:shade val="100000"/>
                <a:satMod val="130000"/>
              </a:schemeClr>
            </a:gs>
            <a:gs pos="100000">
              <a:schemeClr val="accent4">
                <a:hueOff val="12066914"/>
                <a:satOff val="-12635"/>
                <a:lumOff val="-729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cap="none" spc="0">
            <a:ln w="0"/>
            <a:solidFill>
              <a:schemeClr val="tx1"/>
            </a:solidFill>
            <a:effectLst>
              <a:outerShdw blurRad="38100" dist="19050" dir="2700000" algn="tl" rotWithShape="0">
                <a:schemeClr val="dk1">
                  <a:alpha val="40000"/>
                </a:schemeClr>
              </a:outerShdw>
            </a:effectLst>
          </a:endParaRPr>
        </a:p>
      </dsp:txBody>
      <dsp:txXfrm>
        <a:off x="3436887" y="1983777"/>
        <a:ext cx="96185" cy="96444"/>
      </dsp:txXfrm>
    </dsp:sp>
    <dsp:sp modelId="{270AC566-7003-46F9-A59C-9331A676FDFE}">
      <dsp:nvSpPr>
        <dsp:cNvPr id="0" name=""/>
        <dsp:cNvSpPr/>
      </dsp:nvSpPr>
      <dsp:spPr>
        <a:xfrm>
          <a:off x="3631331" y="1837556"/>
          <a:ext cx="648146" cy="388887"/>
        </a:xfrm>
        <a:prstGeom prst="roundRect">
          <a:avLst>
            <a:gd name="adj" fmla="val 10000"/>
          </a:avLst>
        </a:prstGeom>
        <a:gradFill rotWithShape="0">
          <a:gsLst>
            <a:gs pos="0">
              <a:schemeClr val="accent4">
                <a:hueOff val="13407682"/>
                <a:satOff val="-14039"/>
                <a:lumOff val="-8104"/>
                <a:alphaOff val="0"/>
                <a:tint val="100000"/>
                <a:shade val="100000"/>
                <a:satMod val="130000"/>
              </a:schemeClr>
            </a:gs>
            <a:gs pos="100000">
              <a:schemeClr val="accent4">
                <a:hueOff val="13407682"/>
                <a:satOff val="-14039"/>
                <a:lumOff val="-8104"/>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dirty="0">
              <a:ln w="0"/>
              <a:solidFill>
                <a:schemeClr val="tx1"/>
              </a:solidFill>
              <a:effectLst>
                <a:outerShdw blurRad="38100" dist="19050" dir="2700000" algn="tl" rotWithShape="0">
                  <a:schemeClr val="dk1">
                    <a:alpha val="40000"/>
                  </a:schemeClr>
                </a:outerShdw>
              </a:effectLst>
            </a:rPr>
            <a:t>Meet up at Biscayne Hall</a:t>
          </a:r>
        </a:p>
      </dsp:txBody>
      <dsp:txXfrm>
        <a:off x="3642721" y="1848946"/>
        <a:ext cx="625366" cy="366107"/>
      </dsp:txXfrm>
    </dsp:sp>
    <dsp:sp modelId="{0CFE64E9-D1F3-4D3C-94F0-4791C64DF21C}">
      <dsp:nvSpPr>
        <dsp:cNvPr id="0" name=""/>
        <dsp:cNvSpPr/>
      </dsp:nvSpPr>
      <dsp:spPr>
        <a:xfrm>
          <a:off x="4344292" y="1951629"/>
          <a:ext cx="137407" cy="160740"/>
        </a:xfrm>
        <a:prstGeom prst="rightArrow">
          <a:avLst>
            <a:gd name="adj1" fmla="val 60000"/>
            <a:gd name="adj2" fmla="val 50000"/>
          </a:avLst>
        </a:prstGeom>
        <a:gradFill rotWithShape="0">
          <a:gsLst>
            <a:gs pos="0">
              <a:schemeClr val="accent4">
                <a:hueOff val="16089219"/>
                <a:satOff val="-16847"/>
                <a:lumOff val="-9725"/>
                <a:alphaOff val="0"/>
                <a:tint val="100000"/>
                <a:shade val="100000"/>
                <a:satMod val="130000"/>
              </a:schemeClr>
            </a:gs>
            <a:gs pos="100000">
              <a:schemeClr val="accent4">
                <a:hueOff val="16089219"/>
                <a:satOff val="-16847"/>
                <a:lumOff val="-9725"/>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cap="none" spc="0">
            <a:ln w="0"/>
            <a:solidFill>
              <a:schemeClr val="tx1"/>
            </a:solidFill>
            <a:effectLst>
              <a:outerShdw blurRad="38100" dist="19050" dir="2700000" algn="tl" rotWithShape="0">
                <a:schemeClr val="dk1">
                  <a:alpha val="40000"/>
                </a:schemeClr>
              </a:outerShdw>
            </a:effectLst>
          </a:endParaRPr>
        </a:p>
      </dsp:txBody>
      <dsp:txXfrm>
        <a:off x="4344292" y="1983777"/>
        <a:ext cx="96185" cy="96444"/>
      </dsp:txXfrm>
    </dsp:sp>
    <dsp:sp modelId="{70493FEC-AC20-4E0F-A588-0C4F3A3CF6DF}">
      <dsp:nvSpPr>
        <dsp:cNvPr id="0" name=""/>
        <dsp:cNvSpPr/>
      </dsp:nvSpPr>
      <dsp:spPr>
        <a:xfrm>
          <a:off x="4538736" y="1837556"/>
          <a:ext cx="648146" cy="388887"/>
        </a:xfrm>
        <a:prstGeom prst="roundRect">
          <a:avLst>
            <a:gd name="adj" fmla="val 10000"/>
          </a:avLst>
        </a:prstGeom>
        <a:gradFill rotWithShape="0">
          <a:gsLst>
            <a:gs pos="0">
              <a:schemeClr val="accent4">
                <a:hueOff val="16759601"/>
                <a:satOff val="-17549"/>
                <a:lumOff val="-10130"/>
                <a:alphaOff val="0"/>
                <a:tint val="100000"/>
                <a:shade val="100000"/>
                <a:satMod val="130000"/>
              </a:schemeClr>
            </a:gs>
            <a:gs pos="100000">
              <a:schemeClr val="accent4">
                <a:hueOff val="16759601"/>
                <a:satOff val="-17549"/>
                <a:lumOff val="-1013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a:ln w="0"/>
              <a:solidFill>
                <a:schemeClr val="tx1"/>
              </a:solidFill>
              <a:effectLst>
                <a:outerShdw blurRad="38100" dist="19050" dir="2700000" algn="tl" rotWithShape="0">
                  <a:schemeClr val="dk1">
                    <a:alpha val="40000"/>
                  </a:schemeClr>
                </a:outerShdw>
              </a:effectLst>
            </a:rPr>
            <a:t>Creating The Reports</a:t>
          </a:r>
          <a:endParaRPr lang="en-US" sz="700" b="0" kern="1200" cap="none" spc="0" dirty="0">
            <a:ln w="0"/>
            <a:solidFill>
              <a:schemeClr val="tx1"/>
            </a:solidFill>
            <a:effectLst>
              <a:outerShdw blurRad="38100" dist="19050" dir="2700000" algn="tl" rotWithShape="0">
                <a:schemeClr val="dk1">
                  <a:alpha val="40000"/>
                </a:schemeClr>
              </a:outerShdw>
            </a:effectLst>
          </a:endParaRPr>
        </a:p>
      </dsp:txBody>
      <dsp:txXfrm>
        <a:off x="4550126" y="1848946"/>
        <a:ext cx="625366" cy="366107"/>
      </dsp:txXfrm>
    </dsp:sp>
    <dsp:sp modelId="{752C8C4F-114D-42E5-8F64-86623FFDBC12}">
      <dsp:nvSpPr>
        <dsp:cNvPr id="0" name=""/>
        <dsp:cNvSpPr/>
      </dsp:nvSpPr>
      <dsp:spPr>
        <a:xfrm>
          <a:off x="5251698" y="1951629"/>
          <a:ext cx="137407" cy="160740"/>
        </a:xfrm>
        <a:prstGeom prst="rightArrow">
          <a:avLst>
            <a:gd name="adj1" fmla="val 60000"/>
            <a:gd name="adj2" fmla="val 50000"/>
          </a:avLst>
        </a:prstGeom>
        <a:gradFill rotWithShape="0">
          <a:gsLst>
            <a:gs pos="0">
              <a:schemeClr val="accent4">
                <a:hueOff val="20111523"/>
                <a:satOff val="-21059"/>
                <a:lumOff val="-12156"/>
                <a:alphaOff val="0"/>
                <a:tint val="100000"/>
                <a:shade val="100000"/>
                <a:satMod val="130000"/>
              </a:schemeClr>
            </a:gs>
            <a:gs pos="100000">
              <a:schemeClr val="accent4">
                <a:hueOff val="20111523"/>
                <a:satOff val="-21059"/>
                <a:lumOff val="-1215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b="0" kern="1200" cap="none" spc="0">
            <a:ln w="0"/>
            <a:solidFill>
              <a:schemeClr val="tx1"/>
            </a:solidFill>
            <a:effectLst>
              <a:outerShdw blurRad="38100" dist="19050" dir="2700000" algn="tl" rotWithShape="0">
                <a:schemeClr val="dk1">
                  <a:alpha val="40000"/>
                </a:schemeClr>
              </a:outerShdw>
            </a:effectLst>
          </a:endParaRPr>
        </a:p>
      </dsp:txBody>
      <dsp:txXfrm>
        <a:off x="5251698" y="1983777"/>
        <a:ext cx="96185" cy="96444"/>
      </dsp:txXfrm>
    </dsp:sp>
    <dsp:sp modelId="{3BA898B3-A071-4182-B8C7-5701A4082247}">
      <dsp:nvSpPr>
        <dsp:cNvPr id="0" name=""/>
        <dsp:cNvSpPr/>
      </dsp:nvSpPr>
      <dsp:spPr>
        <a:xfrm>
          <a:off x="5446141" y="1837556"/>
          <a:ext cx="648146" cy="388887"/>
        </a:xfrm>
        <a:prstGeom prst="roundRect">
          <a:avLst>
            <a:gd name="adj" fmla="val 10000"/>
          </a:avLst>
        </a:prstGeom>
        <a:gradFill rotWithShape="0">
          <a:gsLst>
            <a:gs pos="0">
              <a:schemeClr val="accent4">
                <a:hueOff val="20111523"/>
                <a:satOff val="-21059"/>
                <a:lumOff val="-12156"/>
                <a:alphaOff val="0"/>
                <a:tint val="100000"/>
                <a:shade val="100000"/>
                <a:satMod val="130000"/>
              </a:schemeClr>
            </a:gs>
            <a:gs pos="100000">
              <a:schemeClr val="accent4">
                <a:hueOff val="20111523"/>
                <a:satOff val="-21059"/>
                <a:lumOff val="-1215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311150">
            <a:lnSpc>
              <a:spcPct val="90000"/>
            </a:lnSpc>
            <a:spcBef>
              <a:spcPct val="0"/>
            </a:spcBef>
            <a:spcAft>
              <a:spcPct val="35000"/>
            </a:spcAft>
            <a:buNone/>
          </a:pPr>
          <a:r>
            <a:rPr lang="en-US" sz="700" b="0" kern="1200" cap="none" spc="0">
              <a:ln w="0"/>
              <a:solidFill>
                <a:schemeClr val="tx1"/>
              </a:solidFill>
              <a:effectLst>
                <a:outerShdw blurRad="38100" dist="19050" dir="2700000" algn="tl" rotWithShape="0">
                  <a:schemeClr val="dk1">
                    <a:alpha val="40000"/>
                  </a:schemeClr>
                </a:outerShdw>
              </a:effectLst>
            </a:rPr>
            <a:t>Finishing up</a:t>
          </a:r>
          <a:endParaRPr lang="en-US" sz="700" b="0" kern="1200" cap="none" spc="0" dirty="0">
            <a:ln w="0"/>
            <a:solidFill>
              <a:schemeClr val="tx1"/>
            </a:solidFill>
            <a:effectLst>
              <a:outerShdw blurRad="38100" dist="19050" dir="2700000" algn="tl" rotWithShape="0">
                <a:schemeClr val="dk1">
                  <a:alpha val="40000"/>
                </a:schemeClr>
              </a:outerShdw>
            </a:effectLst>
          </a:endParaRPr>
        </a:p>
      </dsp:txBody>
      <dsp:txXfrm>
        <a:off x="5457531" y="1848946"/>
        <a:ext cx="625366" cy="36610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a:extLst>
            <a:ext uri="{FF2B5EF4-FFF2-40B4-BE49-F238E27FC236}">
              <a16:creationId xmlns:a16="http://schemas.microsoft.com/office/drawing/2014/main" id="{7D7BE1D5-2A91-58FD-20B8-923687E8AB25}"/>
            </a:ext>
          </a:extLst>
        </p:cNvPr>
        <p:cNvGrpSpPr/>
        <p:nvPr/>
      </p:nvGrpSpPr>
      <p:grpSpPr>
        <a:xfrm>
          <a:off x="0" y="0"/>
          <a:ext cx="0" cy="0"/>
          <a:chOff x="0" y="0"/>
          <a:chExt cx="0" cy="0"/>
        </a:xfrm>
      </p:grpSpPr>
      <p:sp>
        <p:nvSpPr>
          <p:cNvPr id="739" name="Google Shape;739;gef10af1b86_0_101:notes">
            <a:extLst>
              <a:ext uri="{FF2B5EF4-FFF2-40B4-BE49-F238E27FC236}">
                <a16:creationId xmlns:a16="http://schemas.microsoft.com/office/drawing/2014/main" id="{B899C0A8-5055-7AA4-9CFF-8574C135CC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ef10af1b86_0_101:notes">
            <a:extLst>
              <a:ext uri="{FF2B5EF4-FFF2-40B4-BE49-F238E27FC236}">
                <a16:creationId xmlns:a16="http://schemas.microsoft.com/office/drawing/2014/main" id="{0C6FCF3D-0FF6-01FB-0180-8BEAB6ABC6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9496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ef10af1b86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ef10af1b86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0" name="Google Shape;10;p2"/>
          <p:cNvSpPr/>
          <p:nvPr/>
        </p:nvSpPr>
        <p:spPr>
          <a:xfrm>
            <a:off x="596875" y="623625"/>
            <a:ext cx="1663500" cy="16635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3225" y="2799325"/>
            <a:ext cx="994800" cy="994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812375" y="3945250"/>
            <a:ext cx="994800" cy="994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807175" y="3456225"/>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151375" y="-150575"/>
            <a:ext cx="1094100" cy="10941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45150" y="789414"/>
            <a:ext cx="3501300" cy="3501300"/>
          </a:xfrm>
          <a:prstGeom prst="donut">
            <a:avLst>
              <a:gd name="adj" fmla="val 1554"/>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txBox="1">
            <a:spLocks noGrp="1"/>
          </p:cNvSpPr>
          <p:nvPr>
            <p:ph type="ctrTitle"/>
          </p:nvPr>
        </p:nvSpPr>
        <p:spPr>
          <a:xfrm>
            <a:off x="2416350" y="1821488"/>
            <a:ext cx="4311300" cy="99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3000">
                <a:solidFill>
                  <a:schemeClr val="lt1"/>
                </a:solidFill>
                <a:latin typeface="Perpetua" panose="02020502060401020303" pitchFamily="18" charset="0"/>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dirty="0"/>
          </a:p>
        </p:txBody>
      </p:sp>
      <p:sp>
        <p:nvSpPr>
          <p:cNvPr id="17" name="Google Shape;17;p2"/>
          <p:cNvSpPr txBox="1">
            <a:spLocks noGrp="1"/>
          </p:cNvSpPr>
          <p:nvPr>
            <p:ph type="subTitle" idx="1"/>
          </p:nvPr>
        </p:nvSpPr>
        <p:spPr>
          <a:xfrm>
            <a:off x="2416350" y="2853113"/>
            <a:ext cx="4311300" cy="3165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200"/>
              <a:buNone/>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pic>
        <p:nvPicPr>
          <p:cNvPr id="33" name="Google Shape;33;p4"/>
          <p:cNvPicPr preferRelativeResize="0"/>
          <p:nvPr/>
        </p:nvPicPr>
        <p:blipFill>
          <a:blip r:embed="rId2">
            <a:alphaModFix/>
          </a:blip>
          <a:stretch>
            <a:fillRect/>
          </a:stretch>
        </p:blipFill>
        <p:spPr>
          <a:xfrm>
            <a:off x="0" y="0"/>
            <a:ext cx="9143998" cy="5145565"/>
          </a:xfrm>
          <a:prstGeom prst="rect">
            <a:avLst/>
          </a:prstGeom>
          <a:noFill/>
          <a:ln>
            <a:noFill/>
          </a:ln>
        </p:spPr>
      </p:pic>
      <p:sp>
        <p:nvSpPr>
          <p:cNvPr id="34" name="Google Shape;34;p4"/>
          <p:cNvSpPr txBox="1">
            <a:spLocks noGrp="1"/>
          </p:cNvSpPr>
          <p:nvPr>
            <p:ph type="title"/>
          </p:nvPr>
        </p:nvSpPr>
        <p:spPr>
          <a:xfrm>
            <a:off x="817475" y="698575"/>
            <a:ext cx="5715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latin typeface="Perpetua" panose="02020502060401020303" pitchFamily="18" charset="0"/>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dirty="0"/>
          </a:p>
        </p:txBody>
      </p:sp>
      <p:sp>
        <p:nvSpPr>
          <p:cNvPr id="35" name="Google Shape;35;p4"/>
          <p:cNvSpPr txBox="1">
            <a:spLocks noGrp="1"/>
          </p:cNvSpPr>
          <p:nvPr>
            <p:ph type="body" idx="1"/>
          </p:nvPr>
        </p:nvSpPr>
        <p:spPr>
          <a:xfrm>
            <a:off x="817475" y="1494350"/>
            <a:ext cx="6595200" cy="3107400"/>
          </a:xfrm>
          <a:prstGeom prst="rect">
            <a:avLst/>
          </a:prstGeom>
        </p:spPr>
        <p:txBody>
          <a:bodyPr spcFirstLastPara="1" wrap="square" lIns="91425" tIns="91425" rIns="91425" bIns="91425" anchor="t" anchorCtr="0">
            <a:noAutofit/>
          </a:bodyPr>
          <a:lstStyle>
            <a:lvl1pPr marL="457200" lvl="0" indent="-298450" rtl="0">
              <a:lnSpc>
                <a:spcPct val="100000"/>
              </a:lnSpc>
              <a:spcBef>
                <a:spcPts val="0"/>
              </a:spcBef>
              <a:spcAft>
                <a:spcPts val="0"/>
              </a:spcAft>
              <a:buClr>
                <a:srgbClr val="434343"/>
              </a:buClr>
              <a:buSzPts val="1100"/>
              <a:buAutoNum type="arabicPeriod"/>
              <a:defRPr sz="1200">
                <a:solidFill>
                  <a:schemeClr val="lt1"/>
                </a:solidFill>
                <a:latin typeface="Perpetua" panose="02020502060401020303" pitchFamily="18" charset="0"/>
                <a:cs typeface="Times New Roman" panose="02020603050405020304" pitchFamily="18" charset="0"/>
              </a:defRPr>
            </a:lvl1pPr>
            <a:lvl2pPr marL="914400" lvl="1" indent="-298450" rtl="0">
              <a:lnSpc>
                <a:spcPct val="115000"/>
              </a:lnSpc>
              <a:spcBef>
                <a:spcPts val="1600"/>
              </a:spcBef>
              <a:spcAft>
                <a:spcPts val="0"/>
              </a:spcAft>
              <a:buSzPts val="1100"/>
              <a:buFont typeface="Muli"/>
              <a:buAutoNum type="alphaLcPeriod"/>
              <a:defRPr sz="1100">
                <a:solidFill>
                  <a:schemeClr val="lt1"/>
                </a:solidFill>
              </a:defRPr>
            </a:lvl2pPr>
            <a:lvl3pPr marL="1371600" lvl="2" indent="-298450" rtl="0">
              <a:lnSpc>
                <a:spcPct val="115000"/>
              </a:lnSpc>
              <a:spcBef>
                <a:spcPts val="1600"/>
              </a:spcBef>
              <a:spcAft>
                <a:spcPts val="0"/>
              </a:spcAft>
              <a:buSzPts val="1100"/>
              <a:buFont typeface="Muli"/>
              <a:buAutoNum type="romanLcPeriod"/>
              <a:defRPr sz="1100">
                <a:solidFill>
                  <a:schemeClr val="lt1"/>
                </a:solidFill>
              </a:defRPr>
            </a:lvl3pPr>
            <a:lvl4pPr marL="1828800" lvl="3" indent="-298450" rtl="0">
              <a:lnSpc>
                <a:spcPct val="115000"/>
              </a:lnSpc>
              <a:spcBef>
                <a:spcPts val="1600"/>
              </a:spcBef>
              <a:spcAft>
                <a:spcPts val="0"/>
              </a:spcAft>
              <a:buSzPts val="1100"/>
              <a:buFont typeface="Muli"/>
              <a:buAutoNum type="arabicPeriod"/>
              <a:defRPr sz="1100">
                <a:solidFill>
                  <a:schemeClr val="lt1"/>
                </a:solidFill>
              </a:defRPr>
            </a:lvl4pPr>
            <a:lvl5pPr marL="2286000" lvl="4" indent="-298450" rtl="0">
              <a:lnSpc>
                <a:spcPct val="115000"/>
              </a:lnSpc>
              <a:spcBef>
                <a:spcPts val="1600"/>
              </a:spcBef>
              <a:spcAft>
                <a:spcPts val="0"/>
              </a:spcAft>
              <a:buSzPts val="1100"/>
              <a:buFont typeface="Muli"/>
              <a:buAutoNum type="alphaLcPeriod"/>
              <a:defRPr sz="1100">
                <a:solidFill>
                  <a:schemeClr val="lt1"/>
                </a:solidFill>
              </a:defRPr>
            </a:lvl5pPr>
            <a:lvl6pPr marL="2743200" lvl="5" indent="-298450" rtl="0">
              <a:lnSpc>
                <a:spcPct val="115000"/>
              </a:lnSpc>
              <a:spcBef>
                <a:spcPts val="1600"/>
              </a:spcBef>
              <a:spcAft>
                <a:spcPts val="0"/>
              </a:spcAft>
              <a:buSzPts val="1100"/>
              <a:buFont typeface="Muli"/>
              <a:buAutoNum type="romanLcPeriod"/>
              <a:defRPr sz="1100">
                <a:solidFill>
                  <a:schemeClr val="lt1"/>
                </a:solidFill>
              </a:defRPr>
            </a:lvl6pPr>
            <a:lvl7pPr marL="3200400" lvl="6" indent="-298450" rtl="0">
              <a:lnSpc>
                <a:spcPct val="115000"/>
              </a:lnSpc>
              <a:spcBef>
                <a:spcPts val="1600"/>
              </a:spcBef>
              <a:spcAft>
                <a:spcPts val="0"/>
              </a:spcAft>
              <a:buSzPts val="1100"/>
              <a:buFont typeface="Muli"/>
              <a:buAutoNum type="arabicPeriod"/>
              <a:defRPr sz="1100">
                <a:solidFill>
                  <a:schemeClr val="lt1"/>
                </a:solidFill>
              </a:defRPr>
            </a:lvl7pPr>
            <a:lvl8pPr marL="3657600" lvl="7" indent="-298450" rtl="0">
              <a:lnSpc>
                <a:spcPct val="115000"/>
              </a:lnSpc>
              <a:spcBef>
                <a:spcPts val="1600"/>
              </a:spcBef>
              <a:spcAft>
                <a:spcPts val="0"/>
              </a:spcAft>
              <a:buSzPts val="1100"/>
              <a:buFont typeface="Muli"/>
              <a:buAutoNum type="alphaLcPeriod"/>
              <a:defRPr sz="1100">
                <a:solidFill>
                  <a:schemeClr val="lt1"/>
                </a:solidFill>
              </a:defRPr>
            </a:lvl8pPr>
            <a:lvl9pPr marL="4114800" lvl="8" indent="-298450" rtl="0">
              <a:lnSpc>
                <a:spcPct val="115000"/>
              </a:lnSpc>
              <a:spcBef>
                <a:spcPts val="1600"/>
              </a:spcBef>
              <a:spcAft>
                <a:spcPts val="1600"/>
              </a:spcAft>
              <a:buSzPts val="1100"/>
              <a:buFont typeface="Muli"/>
              <a:buAutoNum type="romanLcPeriod"/>
              <a:defRPr sz="1100">
                <a:solidFill>
                  <a:schemeClr val="lt1"/>
                </a:solidFill>
              </a:defRPr>
            </a:lvl9pPr>
          </a:lstStyle>
          <a:p>
            <a:endParaRPr dirty="0"/>
          </a:p>
        </p:txBody>
      </p:sp>
      <p:cxnSp>
        <p:nvCxnSpPr>
          <p:cNvPr id="36" name="Google Shape;36;p4"/>
          <p:cNvCxnSpPr/>
          <p:nvPr/>
        </p:nvCxnSpPr>
        <p:spPr>
          <a:xfrm>
            <a:off x="3554258" y="4868401"/>
            <a:ext cx="743400" cy="4200"/>
          </a:xfrm>
          <a:prstGeom prst="straightConnector1">
            <a:avLst/>
          </a:prstGeom>
          <a:noFill/>
          <a:ln w="9525" cap="flat" cmpd="sng">
            <a:solidFill>
              <a:schemeClr val="lt1"/>
            </a:solidFill>
            <a:prstDash val="solid"/>
            <a:round/>
            <a:headEnd type="none" w="med" len="med"/>
            <a:tailEnd type="none" w="med" len="med"/>
          </a:ln>
        </p:spPr>
      </p:cxnSp>
      <p:cxnSp>
        <p:nvCxnSpPr>
          <p:cNvPr id="37" name="Google Shape;37;p4"/>
          <p:cNvCxnSpPr/>
          <p:nvPr/>
        </p:nvCxnSpPr>
        <p:spPr>
          <a:xfrm>
            <a:off x="4846358" y="4868401"/>
            <a:ext cx="743400" cy="4200"/>
          </a:xfrm>
          <a:prstGeom prst="straightConnector1">
            <a:avLst/>
          </a:prstGeom>
          <a:noFill/>
          <a:ln w="9525" cap="flat" cmpd="sng">
            <a:solidFill>
              <a:schemeClr val="lt1"/>
            </a:solidFill>
            <a:prstDash val="solid"/>
            <a:round/>
            <a:headEnd type="none" w="med" len="med"/>
            <a:tailEnd type="none" w="med" len="med"/>
          </a:ln>
        </p:spPr>
      </p:cxnSp>
      <p:sp>
        <p:nvSpPr>
          <p:cNvPr id="38" name="Google Shape;38;p4"/>
          <p:cNvSpPr txBox="1">
            <a:spLocks noGrp="1"/>
          </p:cNvSpPr>
          <p:nvPr>
            <p:ph type="title" idx="2" hasCustomPrompt="1"/>
          </p:nvPr>
        </p:nvSpPr>
        <p:spPr>
          <a:xfrm>
            <a:off x="4347150" y="4665150"/>
            <a:ext cx="449700" cy="410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200"/>
              <a:buFont typeface="Abel"/>
              <a:buNone/>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rPr dirty="0"/>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5"/>
        <p:cNvGrpSpPr/>
        <p:nvPr/>
      </p:nvGrpSpPr>
      <p:grpSpPr>
        <a:xfrm>
          <a:off x="0" y="0"/>
          <a:ext cx="0" cy="0"/>
          <a:chOff x="0" y="0"/>
          <a:chExt cx="0" cy="0"/>
        </a:xfrm>
      </p:grpSpPr>
      <p:sp>
        <p:nvSpPr>
          <p:cNvPr id="116" name="Google Shape;11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p:cSld name="CUSTOM_2">
    <p:spTree>
      <p:nvGrpSpPr>
        <p:cNvPr id="1" name="Shape 117"/>
        <p:cNvGrpSpPr/>
        <p:nvPr/>
      </p:nvGrpSpPr>
      <p:grpSpPr>
        <a:xfrm>
          <a:off x="0" y="0"/>
          <a:ext cx="0" cy="0"/>
          <a:chOff x="0" y="0"/>
          <a:chExt cx="0" cy="0"/>
        </a:xfrm>
      </p:grpSpPr>
      <p:pic>
        <p:nvPicPr>
          <p:cNvPr id="118" name="Google Shape;118;p13"/>
          <p:cNvPicPr preferRelativeResize="0"/>
          <p:nvPr/>
        </p:nvPicPr>
        <p:blipFill>
          <a:blip r:embed="rId2">
            <a:alphaModFix/>
          </a:blip>
          <a:stretch>
            <a:fillRect/>
          </a:stretch>
        </p:blipFill>
        <p:spPr>
          <a:xfrm rot="10800000">
            <a:off x="0" y="0"/>
            <a:ext cx="9144000" cy="5143500"/>
          </a:xfrm>
          <a:prstGeom prst="rect">
            <a:avLst/>
          </a:prstGeom>
          <a:noFill/>
          <a:ln>
            <a:noFill/>
          </a:ln>
        </p:spPr>
      </p:pic>
      <p:sp>
        <p:nvSpPr>
          <p:cNvPr id="119" name="Google Shape;119;p13"/>
          <p:cNvSpPr txBox="1">
            <a:spLocks noGrp="1"/>
          </p:cNvSpPr>
          <p:nvPr>
            <p:ph type="ctrTitle"/>
          </p:nvPr>
        </p:nvSpPr>
        <p:spPr>
          <a:xfrm>
            <a:off x="2894400" y="1781994"/>
            <a:ext cx="3355200" cy="99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6000"/>
              <a:buNone/>
              <a:defRPr sz="6000">
                <a:solidFill>
                  <a:schemeClr val="lt1"/>
                </a:solidFill>
                <a:latin typeface="Perpetua" panose="02020502060401020303" pitchFamily="18" charset="0"/>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dirty="0"/>
          </a:p>
        </p:txBody>
      </p:sp>
      <p:sp>
        <p:nvSpPr>
          <p:cNvPr id="120" name="Google Shape;120;p13"/>
          <p:cNvSpPr txBox="1">
            <a:spLocks noGrp="1"/>
          </p:cNvSpPr>
          <p:nvPr>
            <p:ph type="subTitle" idx="1"/>
          </p:nvPr>
        </p:nvSpPr>
        <p:spPr>
          <a:xfrm>
            <a:off x="2845650" y="2790606"/>
            <a:ext cx="3452700" cy="5709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100"/>
              <a:buNone/>
              <a:defRPr>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dirty="0"/>
          </a:p>
        </p:txBody>
      </p:sp>
      <p:cxnSp>
        <p:nvCxnSpPr>
          <p:cNvPr id="121" name="Google Shape;121;p13"/>
          <p:cNvCxnSpPr/>
          <p:nvPr/>
        </p:nvCxnSpPr>
        <p:spPr>
          <a:xfrm>
            <a:off x="3554258" y="4868401"/>
            <a:ext cx="743400" cy="4200"/>
          </a:xfrm>
          <a:prstGeom prst="straightConnector1">
            <a:avLst/>
          </a:prstGeom>
          <a:noFill/>
          <a:ln w="9525" cap="flat" cmpd="sng">
            <a:solidFill>
              <a:schemeClr val="lt1"/>
            </a:solidFill>
            <a:prstDash val="solid"/>
            <a:round/>
            <a:headEnd type="none" w="med" len="med"/>
            <a:tailEnd type="none" w="med" len="med"/>
          </a:ln>
        </p:spPr>
      </p:cxnSp>
      <p:cxnSp>
        <p:nvCxnSpPr>
          <p:cNvPr id="122" name="Google Shape;122;p13"/>
          <p:cNvCxnSpPr/>
          <p:nvPr/>
        </p:nvCxnSpPr>
        <p:spPr>
          <a:xfrm>
            <a:off x="4846358" y="4868401"/>
            <a:ext cx="743400" cy="4200"/>
          </a:xfrm>
          <a:prstGeom prst="straightConnector1">
            <a:avLst/>
          </a:prstGeom>
          <a:noFill/>
          <a:ln w="9525" cap="flat" cmpd="sng">
            <a:solidFill>
              <a:schemeClr val="lt1"/>
            </a:solidFill>
            <a:prstDash val="solid"/>
            <a:round/>
            <a:headEnd type="none" w="med" len="med"/>
            <a:tailEnd type="none" w="med" len="med"/>
          </a:ln>
        </p:spPr>
      </p:cxnSp>
      <p:sp>
        <p:nvSpPr>
          <p:cNvPr id="123" name="Google Shape;123;p13"/>
          <p:cNvSpPr/>
          <p:nvPr/>
        </p:nvSpPr>
        <p:spPr>
          <a:xfrm rot="5400000">
            <a:off x="-2021575" y="191075"/>
            <a:ext cx="4006800" cy="4006800"/>
          </a:xfrm>
          <a:prstGeom prst="blockArc">
            <a:avLst>
              <a:gd name="adj1" fmla="val 10800000"/>
              <a:gd name="adj2" fmla="val 21599869"/>
              <a:gd name="adj3" fmla="val 923"/>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3"/>
          <p:cNvSpPr/>
          <p:nvPr/>
        </p:nvSpPr>
        <p:spPr>
          <a:xfrm rot="10800000">
            <a:off x="5727299" y="-1385229"/>
            <a:ext cx="2701200" cy="2701200"/>
          </a:xfrm>
          <a:prstGeom prst="blockArc">
            <a:avLst>
              <a:gd name="adj1" fmla="val 10800000"/>
              <a:gd name="adj2" fmla="val 21571275"/>
              <a:gd name="adj3" fmla="val 1374"/>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3"/>
          <p:cNvSpPr/>
          <p:nvPr/>
        </p:nvSpPr>
        <p:spPr>
          <a:xfrm>
            <a:off x="6341824" y="3954921"/>
            <a:ext cx="2701200" cy="2701200"/>
          </a:xfrm>
          <a:prstGeom prst="blockArc">
            <a:avLst>
              <a:gd name="adj1" fmla="val 10800000"/>
              <a:gd name="adj2" fmla="val 21571275"/>
              <a:gd name="adj3" fmla="val 1374"/>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3"/>
          <p:cNvSpPr txBox="1">
            <a:spLocks noGrp="1"/>
          </p:cNvSpPr>
          <p:nvPr>
            <p:ph type="title" idx="2" hasCustomPrompt="1"/>
          </p:nvPr>
        </p:nvSpPr>
        <p:spPr>
          <a:xfrm>
            <a:off x="4347150" y="4665150"/>
            <a:ext cx="449700" cy="410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200"/>
              <a:buFont typeface="Abel"/>
              <a:buNone/>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rPr dirty="0"/>
              <a:t>xx%</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4">
  <p:cSld name="CUSTOM_24">
    <p:spTree>
      <p:nvGrpSpPr>
        <p:cNvPr id="1" name="Shape 483"/>
        <p:cNvGrpSpPr/>
        <p:nvPr/>
      </p:nvGrpSpPr>
      <p:grpSpPr>
        <a:xfrm>
          <a:off x="0" y="0"/>
          <a:ext cx="0" cy="0"/>
          <a:chOff x="0" y="0"/>
          <a:chExt cx="0" cy="0"/>
        </a:xfrm>
      </p:grpSpPr>
      <p:pic>
        <p:nvPicPr>
          <p:cNvPr id="484" name="Google Shape;484;p40"/>
          <p:cNvPicPr preferRelativeResize="0"/>
          <p:nvPr/>
        </p:nvPicPr>
        <p:blipFill>
          <a:blip r:embed="rId2">
            <a:alphaModFix/>
          </a:blip>
          <a:stretch>
            <a:fillRect/>
          </a:stretch>
        </p:blipFill>
        <p:spPr>
          <a:xfrm>
            <a:off x="1850" y="0"/>
            <a:ext cx="9140300" cy="5143501"/>
          </a:xfrm>
          <a:prstGeom prst="rect">
            <a:avLst/>
          </a:prstGeom>
          <a:noFill/>
          <a:ln>
            <a:noFill/>
          </a:ln>
        </p:spPr>
      </p:pic>
      <p:sp>
        <p:nvSpPr>
          <p:cNvPr id="485" name="Google Shape;485;p40"/>
          <p:cNvSpPr txBox="1">
            <a:spLocks noGrp="1"/>
          </p:cNvSpPr>
          <p:nvPr>
            <p:ph type="title"/>
          </p:nvPr>
        </p:nvSpPr>
        <p:spPr>
          <a:xfrm>
            <a:off x="817475" y="698575"/>
            <a:ext cx="3806100" cy="1088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latin typeface="Perpetua" panose="02020502060401020303" pitchFamily="18" charset="0"/>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dirty="0"/>
          </a:p>
        </p:txBody>
      </p:sp>
      <p:cxnSp>
        <p:nvCxnSpPr>
          <p:cNvPr id="486" name="Google Shape;486;p40"/>
          <p:cNvCxnSpPr/>
          <p:nvPr/>
        </p:nvCxnSpPr>
        <p:spPr>
          <a:xfrm>
            <a:off x="3554258" y="4868401"/>
            <a:ext cx="743400" cy="4200"/>
          </a:xfrm>
          <a:prstGeom prst="straightConnector1">
            <a:avLst/>
          </a:prstGeom>
          <a:noFill/>
          <a:ln w="9525" cap="flat" cmpd="sng">
            <a:solidFill>
              <a:schemeClr val="lt1"/>
            </a:solidFill>
            <a:prstDash val="solid"/>
            <a:round/>
            <a:headEnd type="none" w="med" len="med"/>
            <a:tailEnd type="none" w="med" len="med"/>
          </a:ln>
        </p:spPr>
      </p:cxnSp>
      <p:cxnSp>
        <p:nvCxnSpPr>
          <p:cNvPr id="487" name="Google Shape;487;p40"/>
          <p:cNvCxnSpPr/>
          <p:nvPr/>
        </p:nvCxnSpPr>
        <p:spPr>
          <a:xfrm>
            <a:off x="4846358" y="4868401"/>
            <a:ext cx="743400" cy="4200"/>
          </a:xfrm>
          <a:prstGeom prst="straightConnector1">
            <a:avLst/>
          </a:prstGeom>
          <a:noFill/>
          <a:ln w="9525" cap="flat" cmpd="sng">
            <a:solidFill>
              <a:schemeClr val="lt1"/>
            </a:solidFill>
            <a:prstDash val="solid"/>
            <a:round/>
            <a:headEnd type="none" w="med" len="med"/>
            <a:tailEnd type="none" w="med" len="med"/>
          </a:ln>
        </p:spPr>
      </p:cxnSp>
      <p:sp>
        <p:nvSpPr>
          <p:cNvPr id="488" name="Google Shape;488;p40"/>
          <p:cNvSpPr txBox="1">
            <a:spLocks noGrp="1"/>
          </p:cNvSpPr>
          <p:nvPr>
            <p:ph type="title" idx="2" hasCustomPrompt="1"/>
          </p:nvPr>
        </p:nvSpPr>
        <p:spPr>
          <a:xfrm>
            <a:off x="4347150" y="4665150"/>
            <a:ext cx="449700" cy="410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200"/>
              <a:buFont typeface="Abel"/>
              <a:buNone/>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rPr dirty="0"/>
              <a:t>xx%</a:t>
            </a:r>
          </a:p>
        </p:txBody>
      </p:sp>
      <p:sp>
        <p:nvSpPr>
          <p:cNvPr id="489" name="Google Shape;489;p40"/>
          <p:cNvSpPr/>
          <p:nvPr/>
        </p:nvSpPr>
        <p:spPr>
          <a:xfrm>
            <a:off x="8273775" y="1045525"/>
            <a:ext cx="548700" cy="5487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0"/>
          <p:cNvSpPr/>
          <p:nvPr/>
        </p:nvSpPr>
        <p:spPr>
          <a:xfrm>
            <a:off x="418425" y="3879700"/>
            <a:ext cx="548700" cy="5487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0"/>
          <p:cNvSpPr/>
          <p:nvPr/>
        </p:nvSpPr>
        <p:spPr>
          <a:xfrm>
            <a:off x="3994875" y="1317975"/>
            <a:ext cx="548700" cy="5487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6">
  <p:cSld name="CUSTOM_25">
    <p:spTree>
      <p:nvGrpSpPr>
        <p:cNvPr id="1" name="Shape 503"/>
        <p:cNvGrpSpPr/>
        <p:nvPr/>
      </p:nvGrpSpPr>
      <p:grpSpPr>
        <a:xfrm>
          <a:off x="0" y="0"/>
          <a:ext cx="0" cy="0"/>
          <a:chOff x="0" y="0"/>
          <a:chExt cx="0" cy="0"/>
        </a:xfrm>
      </p:grpSpPr>
      <p:pic>
        <p:nvPicPr>
          <p:cNvPr id="504" name="Google Shape;504;p42"/>
          <p:cNvPicPr preferRelativeResize="0"/>
          <p:nvPr/>
        </p:nvPicPr>
        <p:blipFill>
          <a:blip r:embed="rId2">
            <a:alphaModFix/>
          </a:blip>
          <a:stretch>
            <a:fillRect/>
          </a:stretch>
        </p:blipFill>
        <p:spPr>
          <a:xfrm>
            <a:off x="0" y="3620"/>
            <a:ext cx="9143998" cy="5145536"/>
          </a:xfrm>
          <a:prstGeom prst="rect">
            <a:avLst/>
          </a:prstGeom>
          <a:noFill/>
          <a:ln>
            <a:noFill/>
          </a:ln>
        </p:spPr>
      </p:pic>
      <p:cxnSp>
        <p:nvCxnSpPr>
          <p:cNvPr id="505" name="Google Shape;505;p42"/>
          <p:cNvCxnSpPr/>
          <p:nvPr/>
        </p:nvCxnSpPr>
        <p:spPr>
          <a:xfrm>
            <a:off x="3554258" y="4868401"/>
            <a:ext cx="743400" cy="4200"/>
          </a:xfrm>
          <a:prstGeom prst="straightConnector1">
            <a:avLst/>
          </a:prstGeom>
          <a:noFill/>
          <a:ln w="9525" cap="flat" cmpd="sng">
            <a:solidFill>
              <a:schemeClr val="lt1"/>
            </a:solidFill>
            <a:prstDash val="solid"/>
            <a:round/>
            <a:headEnd type="none" w="med" len="med"/>
            <a:tailEnd type="none" w="med" len="med"/>
          </a:ln>
        </p:spPr>
      </p:cxnSp>
      <p:cxnSp>
        <p:nvCxnSpPr>
          <p:cNvPr id="506" name="Google Shape;506;p42"/>
          <p:cNvCxnSpPr/>
          <p:nvPr/>
        </p:nvCxnSpPr>
        <p:spPr>
          <a:xfrm>
            <a:off x="4846358" y="4868401"/>
            <a:ext cx="743400" cy="4200"/>
          </a:xfrm>
          <a:prstGeom prst="straightConnector1">
            <a:avLst/>
          </a:prstGeom>
          <a:noFill/>
          <a:ln w="9525" cap="flat" cmpd="sng">
            <a:solidFill>
              <a:schemeClr val="lt1"/>
            </a:solidFill>
            <a:prstDash val="solid"/>
            <a:round/>
            <a:headEnd type="none" w="med" len="med"/>
            <a:tailEnd type="none" w="med" len="med"/>
          </a:ln>
        </p:spPr>
      </p:cxnSp>
      <p:sp>
        <p:nvSpPr>
          <p:cNvPr id="507" name="Google Shape;507;p42"/>
          <p:cNvSpPr txBox="1">
            <a:spLocks noGrp="1"/>
          </p:cNvSpPr>
          <p:nvPr>
            <p:ph type="title" hasCustomPrompt="1"/>
          </p:nvPr>
        </p:nvSpPr>
        <p:spPr>
          <a:xfrm>
            <a:off x="4347150" y="4665159"/>
            <a:ext cx="449700" cy="410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200"/>
              <a:buFont typeface="Abel"/>
              <a:buNone/>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rPr dirty="0"/>
              <a:t>xx%</a:t>
            </a:r>
          </a:p>
        </p:txBody>
      </p:sp>
      <p:sp>
        <p:nvSpPr>
          <p:cNvPr id="508" name="Google Shape;508;p42"/>
          <p:cNvSpPr txBox="1">
            <a:spLocks noGrp="1"/>
          </p:cNvSpPr>
          <p:nvPr>
            <p:ph type="title" idx="2"/>
          </p:nvPr>
        </p:nvSpPr>
        <p:spPr>
          <a:xfrm>
            <a:off x="710075" y="698575"/>
            <a:ext cx="766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800"/>
              <a:buNone/>
              <a:defRPr>
                <a:solidFill>
                  <a:schemeClr val="lt1"/>
                </a:solidFill>
                <a:latin typeface="Perpetua" panose="02020502060401020303" pitchFamily="18" charset="0"/>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9">
  <p:cSld name="CUSTOM_48">
    <p:spTree>
      <p:nvGrpSpPr>
        <p:cNvPr id="1" name="Shape 526"/>
        <p:cNvGrpSpPr/>
        <p:nvPr/>
      </p:nvGrpSpPr>
      <p:grpSpPr>
        <a:xfrm>
          <a:off x="0" y="0"/>
          <a:ext cx="0" cy="0"/>
          <a:chOff x="0" y="0"/>
          <a:chExt cx="0" cy="0"/>
        </a:xfrm>
      </p:grpSpPr>
      <p:pic>
        <p:nvPicPr>
          <p:cNvPr id="527" name="Google Shape;527;p45"/>
          <p:cNvPicPr preferRelativeResize="0"/>
          <p:nvPr/>
        </p:nvPicPr>
        <p:blipFill>
          <a:blip r:embed="rId2">
            <a:alphaModFix/>
          </a:blip>
          <a:stretch>
            <a:fillRect/>
          </a:stretch>
        </p:blipFill>
        <p:spPr>
          <a:xfrm>
            <a:off x="0" y="1339"/>
            <a:ext cx="9143998" cy="5140822"/>
          </a:xfrm>
          <a:prstGeom prst="rect">
            <a:avLst/>
          </a:prstGeom>
          <a:noFill/>
          <a:ln>
            <a:noFill/>
          </a:ln>
        </p:spPr>
      </p:pic>
      <p:sp>
        <p:nvSpPr>
          <p:cNvPr id="528" name="Google Shape;528;p45"/>
          <p:cNvSpPr txBox="1">
            <a:spLocks noGrp="1"/>
          </p:cNvSpPr>
          <p:nvPr>
            <p:ph type="title"/>
          </p:nvPr>
        </p:nvSpPr>
        <p:spPr>
          <a:xfrm>
            <a:off x="710075" y="698575"/>
            <a:ext cx="7665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800"/>
              <a:buNone/>
              <a:defRPr>
                <a:solidFill>
                  <a:schemeClr val="lt1"/>
                </a:solidFill>
                <a:latin typeface="Perpetua" panose="02020502060401020303" pitchFamily="18" charset="0"/>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12">
  <p:cSld name="CUSTOM_47">
    <p:spTree>
      <p:nvGrpSpPr>
        <p:cNvPr id="1" name="Shape 696"/>
        <p:cNvGrpSpPr/>
        <p:nvPr/>
      </p:nvGrpSpPr>
      <p:grpSpPr>
        <a:xfrm>
          <a:off x="0" y="0"/>
          <a:ext cx="0" cy="0"/>
          <a:chOff x="0" y="0"/>
          <a:chExt cx="0" cy="0"/>
        </a:xfrm>
      </p:grpSpPr>
      <p:sp>
        <p:nvSpPr>
          <p:cNvPr id="697" name="Google Shape;697;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solidFill>
                <a:schemeClr val="dk1"/>
              </a:solidFill>
            </a:endParaRPr>
          </a:p>
        </p:txBody>
      </p:sp>
      <p:pic>
        <p:nvPicPr>
          <p:cNvPr id="698" name="Google Shape;698;p61"/>
          <p:cNvPicPr preferRelativeResize="0"/>
          <p:nvPr/>
        </p:nvPicPr>
        <p:blipFill>
          <a:blip r:embed="rId2">
            <a:alphaModFix/>
          </a:blip>
          <a:stretch>
            <a:fillRect/>
          </a:stretch>
        </p:blipFill>
        <p:spPr>
          <a:xfrm>
            <a:off x="0" y="0"/>
            <a:ext cx="9143998" cy="5145565"/>
          </a:xfrm>
          <a:prstGeom prst="rect">
            <a:avLst/>
          </a:prstGeom>
          <a:noFill/>
          <a:ln>
            <a:noFill/>
          </a:ln>
        </p:spPr>
      </p:pic>
      <p:sp>
        <p:nvSpPr>
          <p:cNvPr id="699" name="Google Shape;699;p61"/>
          <p:cNvSpPr txBox="1">
            <a:spLocks noGrp="1"/>
          </p:cNvSpPr>
          <p:nvPr>
            <p:ph type="title"/>
          </p:nvPr>
        </p:nvSpPr>
        <p:spPr>
          <a:xfrm>
            <a:off x="817475" y="698575"/>
            <a:ext cx="5715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latin typeface="Perpetua" panose="02020502060401020303" pitchFamily="18" charset="0"/>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dirty="0"/>
          </a:p>
        </p:txBody>
      </p:sp>
      <p:sp>
        <p:nvSpPr>
          <p:cNvPr id="700" name="Google Shape;700;p61"/>
          <p:cNvSpPr txBox="1">
            <a:spLocks noGrp="1"/>
          </p:cNvSpPr>
          <p:nvPr>
            <p:ph type="body" idx="1"/>
          </p:nvPr>
        </p:nvSpPr>
        <p:spPr>
          <a:xfrm>
            <a:off x="817475" y="1494350"/>
            <a:ext cx="6595200" cy="3107400"/>
          </a:xfrm>
          <a:prstGeom prst="rect">
            <a:avLst/>
          </a:prstGeom>
          <a:noFill/>
          <a:ln>
            <a:noFill/>
          </a:ln>
        </p:spPr>
        <p:txBody>
          <a:bodyPr spcFirstLastPara="1" wrap="square" lIns="91425" tIns="91425" rIns="91425" bIns="91425" anchor="t" anchorCtr="0">
            <a:noAutofit/>
          </a:bodyPr>
          <a:lstStyle>
            <a:lvl1pPr marL="457200" lvl="0" indent="-298450" rtl="0">
              <a:lnSpc>
                <a:spcPct val="100000"/>
              </a:lnSpc>
              <a:spcBef>
                <a:spcPts val="0"/>
              </a:spcBef>
              <a:spcAft>
                <a:spcPts val="0"/>
              </a:spcAft>
              <a:buClr>
                <a:schemeClr val="lt1"/>
              </a:buClr>
              <a:buSzPts val="1100"/>
              <a:buFont typeface="Abel"/>
              <a:buChar char="●"/>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marL="914400" lvl="1" indent="-298450" rtl="0">
              <a:lnSpc>
                <a:spcPct val="115000"/>
              </a:lnSpc>
              <a:spcBef>
                <a:spcPts val="1600"/>
              </a:spcBef>
              <a:spcAft>
                <a:spcPts val="0"/>
              </a:spcAft>
              <a:buClr>
                <a:schemeClr val="lt1"/>
              </a:buClr>
              <a:buSzPts val="1100"/>
              <a:buFont typeface="Abel"/>
              <a:buChar char="○"/>
              <a:defRPr sz="1100">
                <a:solidFill>
                  <a:schemeClr val="lt1"/>
                </a:solidFill>
              </a:defRPr>
            </a:lvl2pPr>
            <a:lvl3pPr marL="1371600" lvl="2" indent="-298450" rtl="0">
              <a:lnSpc>
                <a:spcPct val="115000"/>
              </a:lnSpc>
              <a:spcBef>
                <a:spcPts val="1600"/>
              </a:spcBef>
              <a:spcAft>
                <a:spcPts val="0"/>
              </a:spcAft>
              <a:buClr>
                <a:schemeClr val="lt1"/>
              </a:buClr>
              <a:buSzPts val="1100"/>
              <a:buFont typeface="Abel"/>
              <a:buChar char="■"/>
              <a:defRPr sz="1100">
                <a:solidFill>
                  <a:schemeClr val="lt1"/>
                </a:solidFill>
              </a:defRPr>
            </a:lvl3pPr>
            <a:lvl4pPr marL="1828800" lvl="3" indent="-298450" rtl="0">
              <a:lnSpc>
                <a:spcPct val="115000"/>
              </a:lnSpc>
              <a:spcBef>
                <a:spcPts val="1600"/>
              </a:spcBef>
              <a:spcAft>
                <a:spcPts val="0"/>
              </a:spcAft>
              <a:buClr>
                <a:schemeClr val="lt1"/>
              </a:buClr>
              <a:buSzPts val="1100"/>
              <a:buFont typeface="Abel"/>
              <a:buChar char="●"/>
              <a:defRPr sz="1100">
                <a:solidFill>
                  <a:schemeClr val="lt1"/>
                </a:solidFill>
              </a:defRPr>
            </a:lvl4pPr>
            <a:lvl5pPr marL="2286000" lvl="4" indent="-298450" rtl="0">
              <a:lnSpc>
                <a:spcPct val="115000"/>
              </a:lnSpc>
              <a:spcBef>
                <a:spcPts val="1600"/>
              </a:spcBef>
              <a:spcAft>
                <a:spcPts val="0"/>
              </a:spcAft>
              <a:buClr>
                <a:schemeClr val="lt1"/>
              </a:buClr>
              <a:buSzPts val="1100"/>
              <a:buFont typeface="Abel"/>
              <a:buChar char="○"/>
              <a:defRPr sz="1100">
                <a:solidFill>
                  <a:schemeClr val="lt1"/>
                </a:solidFill>
              </a:defRPr>
            </a:lvl5pPr>
            <a:lvl6pPr marL="2743200" lvl="5" indent="-298450" rtl="0">
              <a:lnSpc>
                <a:spcPct val="115000"/>
              </a:lnSpc>
              <a:spcBef>
                <a:spcPts val="1600"/>
              </a:spcBef>
              <a:spcAft>
                <a:spcPts val="0"/>
              </a:spcAft>
              <a:buClr>
                <a:schemeClr val="lt1"/>
              </a:buClr>
              <a:buSzPts val="1100"/>
              <a:buFont typeface="Abel"/>
              <a:buChar char="■"/>
              <a:defRPr sz="1100">
                <a:solidFill>
                  <a:schemeClr val="lt1"/>
                </a:solidFill>
              </a:defRPr>
            </a:lvl6pPr>
            <a:lvl7pPr marL="3200400" lvl="6" indent="-298450" rtl="0">
              <a:lnSpc>
                <a:spcPct val="115000"/>
              </a:lnSpc>
              <a:spcBef>
                <a:spcPts val="1600"/>
              </a:spcBef>
              <a:spcAft>
                <a:spcPts val="0"/>
              </a:spcAft>
              <a:buClr>
                <a:schemeClr val="lt1"/>
              </a:buClr>
              <a:buSzPts val="1100"/>
              <a:buFont typeface="Abel"/>
              <a:buChar char="●"/>
              <a:defRPr sz="1100">
                <a:solidFill>
                  <a:schemeClr val="lt1"/>
                </a:solidFill>
              </a:defRPr>
            </a:lvl7pPr>
            <a:lvl8pPr marL="3657600" lvl="7" indent="-298450" rtl="0">
              <a:lnSpc>
                <a:spcPct val="115000"/>
              </a:lnSpc>
              <a:spcBef>
                <a:spcPts val="1600"/>
              </a:spcBef>
              <a:spcAft>
                <a:spcPts val="0"/>
              </a:spcAft>
              <a:buClr>
                <a:schemeClr val="lt1"/>
              </a:buClr>
              <a:buSzPts val="1100"/>
              <a:buFont typeface="Abel"/>
              <a:buChar char="○"/>
              <a:defRPr sz="1100">
                <a:solidFill>
                  <a:schemeClr val="lt1"/>
                </a:solidFill>
              </a:defRPr>
            </a:lvl8pPr>
            <a:lvl9pPr marL="4114800" lvl="8" indent="-298450" rtl="0">
              <a:lnSpc>
                <a:spcPct val="115000"/>
              </a:lnSpc>
              <a:spcBef>
                <a:spcPts val="1600"/>
              </a:spcBef>
              <a:spcAft>
                <a:spcPts val="1600"/>
              </a:spcAft>
              <a:buClr>
                <a:schemeClr val="lt1"/>
              </a:buClr>
              <a:buSzPts val="1100"/>
              <a:buFont typeface="Abel"/>
              <a:buChar char="■"/>
              <a:defRPr sz="1100">
                <a:solidFill>
                  <a:schemeClr val="lt1"/>
                </a:solidFill>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2">
  <p:cSld name="CUSTOM_46">
    <p:spTree>
      <p:nvGrpSpPr>
        <p:cNvPr id="1" name="Shape 705"/>
        <p:cNvGrpSpPr/>
        <p:nvPr/>
      </p:nvGrpSpPr>
      <p:grpSpPr>
        <a:xfrm>
          <a:off x="0" y="0"/>
          <a:ext cx="0" cy="0"/>
          <a:chOff x="0" y="0"/>
          <a:chExt cx="0" cy="0"/>
        </a:xfrm>
      </p:grpSpPr>
      <p:pic>
        <p:nvPicPr>
          <p:cNvPr id="706" name="Google Shape;706;p63"/>
          <p:cNvPicPr preferRelativeResize="0"/>
          <p:nvPr/>
        </p:nvPicPr>
        <p:blipFill rotWithShape="1">
          <a:blip r:embed="rId2">
            <a:alphaModFix/>
          </a:blip>
          <a:srcRect l="23227" r="14583" b="37810"/>
          <a:stretch/>
        </p:blipFill>
        <p:spPr>
          <a:xfrm rot="10800000" flipH="1">
            <a:off x="0" y="1339"/>
            <a:ext cx="9143998" cy="5140822"/>
          </a:xfrm>
          <a:prstGeom prst="rect">
            <a:avLst/>
          </a:prstGeom>
          <a:noFill/>
          <a:ln>
            <a:noFill/>
          </a:ln>
        </p:spPr>
      </p:pic>
      <p:sp>
        <p:nvSpPr>
          <p:cNvPr id="707" name="Google Shape;707;p63"/>
          <p:cNvSpPr txBox="1">
            <a:spLocks noGrp="1"/>
          </p:cNvSpPr>
          <p:nvPr>
            <p:ph type="title"/>
          </p:nvPr>
        </p:nvSpPr>
        <p:spPr>
          <a:xfrm>
            <a:off x="817475" y="698575"/>
            <a:ext cx="5715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latin typeface="Perpetua" panose="02020502060401020303" pitchFamily="18" charset="0"/>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dirty="0"/>
          </a:p>
        </p:txBody>
      </p:sp>
      <p:sp>
        <p:nvSpPr>
          <p:cNvPr id="708" name="Google Shape;708;p63"/>
          <p:cNvSpPr txBox="1">
            <a:spLocks noGrp="1"/>
          </p:cNvSpPr>
          <p:nvPr>
            <p:ph type="body" idx="1"/>
          </p:nvPr>
        </p:nvSpPr>
        <p:spPr>
          <a:xfrm>
            <a:off x="817475" y="1799150"/>
            <a:ext cx="3171600" cy="2406300"/>
          </a:xfrm>
          <a:prstGeom prst="rect">
            <a:avLst/>
          </a:prstGeom>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chemeClr val="lt1"/>
              </a:buClr>
              <a:buSzPts val="1100"/>
              <a:buChar char="●"/>
              <a:defRPr sz="1200">
                <a:solidFill>
                  <a:schemeClr val="lt1"/>
                </a:solidFill>
                <a:latin typeface="Perpetua" panose="02020502060401020303" pitchFamily="18" charset="0"/>
                <a:cs typeface="Times New Roman" panose="02020603050405020304" pitchFamily="18" charset="0"/>
              </a:defRPr>
            </a:lvl1pPr>
            <a:lvl2pPr marL="914400" lvl="1" indent="-298450" rtl="0">
              <a:lnSpc>
                <a:spcPct val="115000"/>
              </a:lnSpc>
              <a:spcBef>
                <a:spcPts val="1600"/>
              </a:spcBef>
              <a:spcAft>
                <a:spcPts val="0"/>
              </a:spcAft>
              <a:buClr>
                <a:schemeClr val="lt1"/>
              </a:buClr>
              <a:buSzPts val="1100"/>
              <a:buChar char="○"/>
              <a:defRPr sz="1100">
                <a:solidFill>
                  <a:schemeClr val="lt1"/>
                </a:solidFill>
              </a:defRPr>
            </a:lvl2pPr>
            <a:lvl3pPr marL="1371600" lvl="2" indent="-298450" rtl="0">
              <a:lnSpc>
                <a:spcPct val="115000"/>
              </a:lnSpc>
              <a:spcBef>
                <a:spcPts val="1600"/>
              </a:spcBef>
              <a:spcAft>
                <a:spcPts val="0"/>
              </a:spcAft>
              <a:buClr>
                <a:schemeClr val="lt1"/>
              </a:buClr>
              <a:buSzPts val="1100"/>
              <a:buChar char="■"/>
              <a:defRPr sz="1100">
                <a:solidFill>
                  <a:schemeClr val="lt1"/>
                </a:solidFill>
              </a:defRPr>
            </a:lvl3pPr>
            <a:lvl4pPr marL="1828800" lvl="3" indent="-298450" rtl="0">
              <a:lnSpc>
                <a:spcPct val="115000"/>
              </a:lnSpc>
              <a:spcBef>
                <a:spcPts val="1600"/>
              </a:spcBef>
              <a:spcAft>
                <a:spcPts val="0"/>
              </a:spcAft>
              <a:buClr>
                <a:schemeClr val="lt1"/>
              </a:buClr>
              <a:buSzPts val="1100"/>
              <a:buChar char="●"/>
              <a:defRPr sz="1100">
                <a:solidFill>
                  <a:schemeClr val="lt1"/>
                </a:solidFill>
              </a:defRPr>
            </a:lvl4pPr>
            <a:lvl5pPr marL="2286000" lvl="4" indent="-298450" rtl="0">
              <a:lnSpc>
                <a:spcPct val="115000"/>
              </a:lnSpc>
              <a:spcBef>
                <a:spcPts val="1600"/>
              </a:spcBef>
              <a:spcAft>
                <a:spcPts val="0"/>
              </a:spcAft>
              <a:buClr>
                <a:schemeClr val="lt1"/>
              </a:buClr>
              <a:buSzPts val="1100"/>
              <a:buChar char="○"/>
              <a:defRPr sz="1100">
                <a:solidFill>
                  <a:schemeClr val="lt1"/>
                </a:solidFill>
              </a:defRPr>
            </a:lvl5pPr>
            <a:lvl6pPr marL="2743200" lvl="5" indent="-298450" rtl="0">
              <a:lnSpc>
                <a:spcPct val="115000"/>
              </a:lnSpc>
              <a:spcBef>
                <a:spcPts val="1600"/>
              </a:spcBef>
              <a:spcAft>
                <a:spcPts val="0"/>
              </a:spcAft>
              <a:buClr>
                <a:schemeClr val="lt1"/>
              </a:buClr>
              <a:buSzPts val="1100"/>
              <a:buChar char="■"/>
              <a:defRPr sz="1100">
                <a:solidFill>
                  <a:schemeClr val="lt1"/>
                </a:solidFill>
              </a:defRPr>
            </a:lvl6pPr>
            <a:lvl7pPr marL="3200400" lvl="6" indent="-298450" rtl="0">
              <a:lnSpc>
                <a:spcPct val="115000"/>
              </a:lnSpc>
              <a:spcBef>
                <a:spcPts val="1600"/>
              </a:spcBef>
              <a:spcAft>
                <a:spcPts val="0"/>
              </a:spcAft>
              <a:buClr>
                <a:schemeClr val="lt1"/>
              </a:buClr>
              <a:buSzPts val="1100"/>
              <a:buChar char="●"/>
              <a:defRPr sz="1100">
                <a:solidFill>
                  <a:schemeClr val="lt1"/>
                </a:solidFill>
              </a:defRPr>
            </a:lvl7pPr>
            <a:lvl8pPr marL="3657600" lvl="7" indent="-298450" rtl="0">
              <a:lnSpc>
                <a:spcPct val="115000"/>
              </a:lnSpc>
              <a:spcBef>
                <a:spcPts val="1600"/>
              </a:spcBef>
              <a:spcAft>
                <a:spcPts val="0"/>
              </a:spcAft>
              <a:buClr>
                <a:schemeClr val="lt1"/>
              </a:buClr>
              <a:buSzPts val="1100"/>
              <a:buChar char="○"/>
              <a:defRPr sz="1100">
                <a:solidFill>
                  <a:schemeClr val="lt1"/>
                </a:solidFill>
              </a:defRPr>
            </a:lvl8pPr>
            <a:lvl9pPr marL="4114800" lvl="8" indent="-298450" rtl="0">
              <a:lnSpc>
                <a:spcPct val="115000"/>
              </a:lnSpc>
              <a:spcBef>
                <a:spcPts val="1600"/>
              </a:spcBef>
              <a:spcAft>
                <a:spcPts val="1600"/>
              </a:spcAft>
              <a:buClr>
                <a:schemeClr val="lt1"/>
              </a:buClr>
              <a:buSzPts val="1100"/>
              <a:buChar char="■"/>
              <a:defRPr sz="1100">
                <a:solidFill>
                  <a:schemeClr val="lt1"/>
                </a:solidFill>
              </a:defRPr>
            </a:lvl9pPr>
          </a:lstStyle>
          <a:p>
            <a:endParaRPr dirty="0"/>
          </a:p>
        </p:txBody>
      </p:sp>
      <p:sp>
        <p:nvSpPr>
          <p:cNvPr id="709" name="Google Shape;709;p63"/>
          <p:cNvSpPr txBox="1">
            <a:spLocks noGrp="1"/>
          </p:cNvSpPr>
          <p:nvPr>
            <p:ph type="body" idx="2"/>
          </p:nvPr>
        </p:nvSpPr>
        <p:spPr>
          <a:xfrm>
            <a:off x="4297650" y="1799150"/>
            <a:ext cx="3171600" cy="24063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chemeClr val="lt1"/>
              </a:buClr>
              <a:buSzPts val="1100"/>
              <a:buFont typeface="Abel"/>
              <a:buChar char="●"/>
              <a:defRPr sz="1200">
                <a:solidFill>
                  <a:schemeClr val="lt1"/>
                </a:solidFill>
                <a:latin typeface="Perpetua" panose="02020502060401020303" pitchFamily="18" charset="0"/>
                <a:ea typeface="Perpetua" panose="02020502060401020303" pitchFamily="18" charset="0"/>
                <a:cs typeface="Times New Roman" panose="02020603050405020304" pitchFamily="18" charset="0"/>
                <a:sym typeface="Abel"/>
              </a:defRPr>
            </a:lvl1pPr>
            <a:lvl2pPr marL="914400" lvl="1" indent="-298450" rtl="0">
              <a:lnSpc>
                <a:spcPct val="115000"/>
              </a:lnSpc>
              <a:spcBef>
                <a:spcPts val="1600"/>
              </a:spcBef>
              <a:spcAft>
                <a:spcPts val="0"/>
              </a:spcAft>
              <a:buClr>
                <a:schemeClr val="lt1"/>
              </a:buClr>
              <a:buSzPts val="1100"/>
              <a:buFont typeface="Abel"/>
              <a:buChar char="○"/>
              <a:defRPr sz="1100">
                <a:solidFill>
                  <a:schemeClr val="lt1"/>
                </a:solidFill>
              </a:defRPr>
            </a:lvl2pPr>
            <a:lvl3pPr marL="1371600" lvl="2" indent="-298450" rtl="0">
              <a:lnSpc>
                <a:spcPct val="115000"/>
              </a:lnSpc>
              <a:spcBef>
                <a:spcPts val="1600"/>
              </a:spcBef>
              <a:spcAft>
                <a:spcPts val="0"/>
              </a:spcAft>
              <a:buClr>
                <a:schemeClr val="lt1"/>
              </a:buClr>
              <a:buSzPts val="1100"/>
              <a:buFont typeface="Abel"/>
              <a:buChar char="■"/>
              <a:defRPr sz="1100">
                <a:solidFill>
                  <a:schemeClr val="lt1"/>
                </a:solidFill>
              </a:defRPr>
            </a:lvl3pPr>
            <a:lvl4pPr marL="1828800" lvl="3" indent="-298450" rtl="0">
              <a:lnSpc>
                <a:spcPct val="115000"/>
              </a:lnSpc>
              <a:spcBef>
                <a:spcPts val="1600"/>
              </a:spcBef>
              <a:spcAft>
                <a:spcPts val="0"/>
              </a:spcAft>
              <a:buClr>
                <a:schemeClr val="lt1"/>
              </a:buClr>
              <a:buSzPts val="1100"/>
              <a:buFont typeface="Abel"/>
              <a:buChar char="●"/>
              <a:defRPr sz="1100">
                <a:solidFill>
                  <a:schemeClr val="lt1"/>
                </a:solidFill>
              </a:defRPr>
            </a:lvl4pPr>
            <a:lvl5pPr marL="2286000" lvl="4" indent="-298450" rtl="0">
              <a:lnSpc>
                <a:spcPct val="115000"/>
              </a:lnSpc>
              <a:spcBef>
                <a:spcPts val="1600"/>
              </a:spcBef>
              <a:spcAft>
                <a:spcPts val="0"/>
              </a:spcAft>
              <a:buClr>
                <a:schemeClr val="lt1"/>
              </a:buClr>
              <a:buSzPts val="1100"/>
              <a:buFont typeface="Abel"/>
              <a:buChar char="○"/>
              <a:defRPr sz="1100">
                <a:solidFill>
                  <a:schemeClr val="lt1"/>
                </a:solidFill>
              </a:defRPr>
            </a:lvl5pPr>
            <a:lvl6pPr marL="2743200" lvl="5" indent="-298450" rtl="0">
              <a:lnSpc>
                <a:spcPct val="115000"/>
              </a:lnSpc>
              <a:spcBef>
                <a:spcPts val="1600"/>
              </a:spcBef>
              <a:spcAft>
                <a:spcPts val="0"/>
              </a:spcAft>
              <a:buClr>
                <a:schemeClr val="lt1"/>
              </a:buClr>
              <a:buSzPts val="1100"/>
              <a:buFont typeface="Abel"/>
              <a:buChar char="■"/>
              <a:defRPr sz="1100">
                <a:solidFill>
                  <a:schemeClr val="lt1"/>
                </a:solidFill>
              </a:defRPr>
            </a:lvl6pPr>
            <a:lvl7pPr marL="3200400" lvl="6" indent="-298450" rtl="0">
              <a:lnSpc>
                <a:spcPct val="115000"/>
              </a:lnSpc>
              <a:spcBef>
                <a:spcPts val="1600"/>
              </a:spcBef>
              <a:spcAft>
                <a:spcPts val="0"/>
              </a:spcAft>
              <a:buClr>
                <a:schemeClr val="lt1"/>
              </a:buClr>
              <a:buSzPts val="1100"/>
              <a:buFont typeface="Abel"/>
              <a:buChar char="●"/>
              <a:defRPr sz="1100">
                <a:solidFill>
                  <a:schemeClr val="lt1"/>
                </a:solidFill>
              </a:defRPr>
            </a:lvl7pPr>
            <a:lvl8pPr marL="3657600" lvl="7" indent="-298450" rtl="0">
              <a:lnSpc>
                <a:spcPct val="115000"/>
              </a:lnSpc>
              <a:spcBef>
                <a:spcPts val="1600"/>
              </a:spcBef>
              <a:spcAft>
                <a:spcPts val="0"/>
              </a:spcAft>
              <a:buClr>
                <a:schemeClr val="lt1"/>
              </a:buClr>
              <a:buSzPts val="1100"/>
              <a:buFont typeface="Abel"/>
              <a:buChar char="○"/>
              <a:defRPr sz="1100">
                <a:solidFill>
                  <a:schemeClr val="lt1"/>
                </a:solidFill>
              </a:defRPr>
            </a:lvl8pPr>
            <a:lvl9pPr marL="4114800" lvl="8" indent="-298450" rtl="0">
              <a:lnSpc>
                <a:spcPct val="115000"/>
              </a:lnSpc>
              <a:spcBef>
                <a:spcPts val="1600"/>
              </a:spcBef>
              <a:spcAft>
                <a:spcPts val="1600"/>
              </a:spcAft>
              <a:buClr>
                <a:schemeClr val="lt1"/>
              </a:buClr>
              <a:buSzPts val="1100"/>
              <a:buFont typeface="Abel"/>
              <a:buChar char="■"/>
              <a:defRPr sz="1100">
                <a:solidFill>
                  <a:schemeClr val="lt1"/>
                </a:solidFill>
              </a:defRPr>
            </a:lvl9pPr>
          </a:lstStyle>
          <a:p>
            <a:endParaRPr dirty="0"/>
          </a:p>
        </p:txBody>
      </p:sp>
      <p:sp>
        <p:nvSpPr>
          <p:cNvPr id="710" name="Google Shape;710;p63"/>
          <p:cNvSpPr/>
          <p:nvPr/>
        </p:nvSpPr>
        <p:spPr>
          <a:xfrm>
            <a:off x="7650125" y="2844351"/>
            <a:ext cx="2527800" cy="2527800"/>
          </a:xfrm>
          <a:prstGeom prst="donut">
            <a:avLst>
              <a:gd name="adj" fmla="val 3268"/>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63"/>
          <p:cNvSpPr/>
          <p:nvPr/>
        </p:nvSpPr>
        <p:spPr>
          <a:xfrm>
            <a:off x="3161275" y="-1256524"/>
            <a:ext cx="2527800" cy="2527800"/>
          </a:xfrm>
          <a:prstGeom prst="donut">
            <a:avLst>
              <a:gd name="adj" fmla="val 3268"/>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51_1">
    <p:spTree>
      <p:nvGrpSpPr>
        <p:cNvPr id="1" name="Shape 716"/>
        <p:cNvGrpSpPr/>
        <p:nvPr/>
      </p:nvGrpSpPr>
      <p:grpSpPr>
        <a:xfrm>
          <a:off x="0" y="0"/>
          <a:ext cx="0" cy="0"/>
          <a:chOff x="0" y="0"/>
          <a:chExt cx="0" cy="0"/>
        </a:xfrm>
      </p:grpSpPr>
      <p:pic>
        <p:nvPicPr>
          <p:cNvPr id="717" name="Google Shape;717;p65"/>
          <p:cNvPicPr preferRelativeResize="0"/>
          <p:nvPr/>
        </p:nvPicPr>
        <p:blipFill>
          <a:blip r:embed="rId2">
            <a:alphaModFix/>
          </a:blip>
          <a:stretch>
            <a:fillRect/>
          </a:stretch>
        </p:blipFill>
        <p:spPr>
          <a:xfrm rot="10800000">
            <a:off x="12187" y="6850"/>
            <a:ext cx="9119626" cy="51298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52">
    <p:spTree>
      <p:nvGrpSpPr>
        <p:cNvPr id="1" name="Shape 718"/>
        <p:cNvGrpSpPr/>
        <p:nvPr/>
      </p:nvGrpSpPr>
      <p:grpSpPr>
        <a:xfrm>
          <a:off x="0" y="0"/>
          <a:ext cx="0" cy="0"/>
          <a:chOff x="0" y="0"/>
          <a:chExt cx="0" cy="0"/>
        </a:xfrm>
      </p:grpSpPr>
      <p:pic>
        <p:nvPicPr>
          <p:cNvPr id="719" name="Google Shape;719;p66"/>
          <p:cNvPicPr preferRelativeResize="0"/>
          <p:nvPr/>
        </p:nvPicPr>
        <p:blipFill rotWithShape="1">
          <a:blip r:embed="rId2">
            <a:alphaModFix/>
          </a:blip>
          <a:srcRect l="23788" t="71377" r="22439" b="-25149"/>
          <a:stretch/>
        </p:blipFill>
        <p:spPr>
          <a:xfrm rot="10800000">
            <a:off x="0" y="0"/>
            <a:ext cx="9144000" cy="51435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seño personalizado 1">
  <p:cSld name="CUSTOM_53">
    <p:spTree>
      <p:nvGrpSpPr>
        <p:cNvPr id="1" name="Shape 720"/>
        <p:cNvGrpSpPr/>
        <p:nvPr/>
      </p:nvGrpSpPr>
      <p:grpSpPr>
        <a:xfrm>
          <a:off x="0" y="0"/>
          <a:ext cx="0" cy="0"/>
          <a:chOff x="0" y="0"/>
          <a:chExt cx="0" cy="0"/>
        </a:xfrm>
      </p:grpSpPr>
      <p:pic>
        <p:nvPicPr>
          <p:cNvPr id="721" name="Google Shape;721;p67"/>
          <p:cNvPicPr preferRelativeResize="0"/>
          <p:nvPr/>
        </p:nvPicPr>
        <p:blipFill rotWithShape="1">
          <a:blip r:embed="rId2">
            <a:alphaModFix/>
          </a:blip>
          <a:srcRect l="30683" t="24425" r="3300" b="9559"/>
          <a:stretch/>
        </p:blipFill>
        <p:spPr>
          <a:xfrm rot="10800000">
            <a:off x="0" y="0"/>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67050" y="72177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Fredoka One"/>
              <a:buNone/>
              <a:defRPr sz="2800" b="1">
                <a:solidFill>
                  <a:schemeClr val="dk1"/>
                </a:solidFill>
                <a:latin typeface="Fredoka One"/>
                <a:ea typeface="Fredoka One"/>
                <a:cs typeface="Fredoka One"/>
                <a:sym typeface="Fredoka One"/>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67050" y="1429225"/>
            <a:ext cx="52848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1"/>
              </a:buClr>
              <a:buSzPts val="1800"/>
              <a:buFont typeface="Abel"/>
              <a:buChar char="●"/>
              <a:defRPr sz="1800">
                <a:solidFill>
                  <a:schemeClr val="dk1"/>
                </a:solidFill>
                <a:latin typeface="Abel"/>
                <a:ea typeface="Abel"/>
                <a:cs typeface="Abel"/>
                <a:sym typeface="Abel"/>
              </a:defRPr>
            </a:lvl1pPr>
            <a:lvl2pPr marL="914400" lvl="1"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2pPr>
            <a:lvl3pPr marL="1371600" lvl="2"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3pPr>
            <a:lvl4pPr marL="1828800" lvl="3"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4pPr>
            <a:lvl5pPr marL="2286000" lvl="4"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5pPr>
            <a:lvl6pPr marL="2743200" lvl="5"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6pPr>
            <a:lvl7pPr marL="3200400" lvl="6"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7pPr>
            <a:lvl8pPr marL="3657600" lvl="7" indent="-317500" rtl="0">
              <a:lnSpc>
                <a:spcPct val="115000"/>
              </a:lnSpc>
              <a:spcBef>
                <a:spcPts val="1600"/>
              </a:spcBef>
              <a:spcAft>
                <a:spcPts val="0"/>
              </a:spcAft>
              <a:buClr>
                <a:schemeClr val="dk1"/>
              </a:buClr>
              <a:buSzPts val="1400"/>
              <a:buFont typeface="Abel"/>
              <a:buChar char="○"/>
              <a:defRPr>
                <a:solidFill>
                  <a:schemeClr val="dk1"/>
                </a:solidFill>
                <a:latin typeface="Abel"/>
                <a:ea typeface="Abel"/>
                <a:cs typeface="Abel"/>
                <a:sym typeface="Abel"/>
              </a:defRPr>
            </a:lvl8pPr>
            <a:lvl9pPr marL="4114800" lvl="8" indent="-317500" rtl="0">
              <a:lnSpc>
                <a:spcPct val="115000"/>
              </a:lnSpc>
              <a:spcBef>
                <a:spcPts val="1600"/>
              </a:spcBef>
              <a:spcAft>
                <a:spcPts val="1600"/>
              </a:spcAft>
              <a:buClr>
                <a:schemeClr val="dk1"/>
              </a:buClr>
              <a:buSzPts val="1400"/>
              <a:buFont typeface="Abel"/>
              <a:buChar char="■"/>
              <a:defRPr>
                <a:solidFill>
                  <a:schemeClr val="dk1"/>
                </a:solidFill>
                <a:latin typeface="Abel"/>
                <a:ea typeface="Abel"/>
                <a:cs typeface="Abel"/>
                <a:sym typeface="Abel"/>
              </a:defRPr>
            </a:lvl9pPr>
          </a:lstStyle>
          <a:p>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59" r:id="rId4"/>
    <p:sldLayoutId id="2147483686" r:id="rId5"/>
    <p:sldLayoutId id="2147483688" r:id="rId6"/>
    <p:sldLayoutId id="2147483691" r:id="rId7"/>
    <p:sldLayoutId id="2147483707" r:id="rId8"/>
    <p:sldLayoutId id="2147483709" r:id="rId9"/>
    <p:sldLayoutId id="2147483711" r:id="rId10"/>
    <p:sldLayoutId id="2147483712" r:id="rId11"/>
    <p:sldLayoutId id="2147483713"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Perpetua" panose="02020502060401020303" pitchFamily="18" charset="0"/>
          <a:ea typeface="Perpetua" panose="02020502060401020303" pitchFamily="18" charset="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73"/>
          <p:cNvSpPr txBox="1">
            <a:spLocks noGrp="1"/>
          </p:cNvSpPr>
          <p:nvPr>
            <p:ph type="ctrTitle"/>
          </p:nvPr>
        </p:nvSpPr>
        <p:spPr>
          <a:xfrm>
            <a:off x="2416350" y="1821488"/>
            <a:ext cx="4311300" cy="994800"/>
          </a:xfrm>
          <a:prstGeom prst="rect">
            <a:avLst/>
          </a:prstGeom>
        </p:spPr>
        <p:txBody>
          <a:bodyPr spcFirstLastPara="1" wrap="square" lIns="91425" tIns="91425" rIns="91425" bIns="91425" anchor="t" anchorCtr="0">
            <a:noAutofit/>
          </a:bodyPr>
          <a:lstStyle/>
          <a:p>
            <a:pPr lvl="0">
              <a:buClr>
                <a:schemeClr val="dk1"/>
              </a:buClr>
              <a:buSzPts val="1100"/>
            </a:pPr>
            <a:br>
              <a:rPr lang="en-US" dirty="0">
                <a:latin typeface="Perpetua" panose="02020502060401020303" pitchFamily="18" charset="0"/>
              </a:rPr>
            </a:br>
            <a:r>
              <a:rPr lang="en-US" dirty="0">
                <a:latin typeface="Perpetua" panose="02020502060401020303" pitchFamily="18" charset="0"/>
              </a:rPr>
              <a:t>Color Guessing Game</a:t>
            </a:r>
            <a:endParaRPr dirty="0">
              <a:latin typeface="Perpetua" panose="02020502060401020303" pitchFamily="18" charset="0"/>
            </a:endParaRPr>
          </a:p>
        </p:txBody>
      </p:sp>
      <p:sp>
        <p:nvSpPr>
          <p:cNvPr id="737" name="Google Shape;737;p73"/>
          <p:cNvSpPr txBox="1">
            <a:spLocks noGrp="1"/>
          </p:cNvSpPr>
          <p:nvPr>
            <p:ph type="subTitle" idx="1"/>
          </p:nvPr>
        </p:nvSpPr>
        <p:spPr>
          <a:xfrm>
            <a:off x="2416350" y="2853113"/>
            <a:ext cx="4311300" cy="316500"/>
          </a:xfrm>
          <a:prstGeom prst="rect">
            <a:avLst/>
          </a:prstGeom>
        </p:spPr>
        <p:txBody>
          <a:bodyPr spcFirstLastPara="1" wrap="square" lIns="91425" tIns="91425" rIns="91425" bIns="91425" anchor="t" anchorCtr="0">
            <a:noAutofit/>
          </a:bodyPr>
          <a:lstStyle/>
          <a:p>
            <a:r>
              <a:rPr lang="en-US" dirty="0"/>
              <a:t>Lauren Powell &amp; Joshlee Chery</a:t>
            </a:r>
          </a:p>
          <a:p>
            <a:r>
              <a:rPr lang="en-US" dirty="0"/>
              <a:t>COP 1500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7"/>
                                        </p:tgtEl>
                                        <p:attrNameLst>
                                          <p:attrName>style.visibility</p:attrName>
                                        </p:attrNameLst>
                                      </p:cBhvr>
                                      <p:to>
                                        <p:strVal val="visible"/>
                                      </p:to>
                                    </p:set>
                                    <p:animEffect transition="in" filter="fade">
                                      <p:cBhvr>
                                        <p:cTn id="7" dur="1000"/>
                                        <p:tgtEl>
                                          <p:spTgt spid="737"/>
                                        </p:tgtEl>
                                      </p:cBhvr>
                                    </p:animEffect>
                                  </p:childTnLst>
                                </p:cTn>
                              </p:par>
                              <p:par>
                                <p:cTn id="8" presetID="10" presetClass="entr" presetSubtype="0" fill="hold" nodeType="withEffect">
                                  <p:stCondLst>
                                    <p:cond delay="0"/>
                                  </p:stCondLst>
                                  <p:childTnLst>
                                    <p:set>
                                      <p:cBhvr>
                                        <p:cTn id="9" dur="1" fill="hold">
                                          <p:stCondLst>
                                            <p:cond delay="0"/>
                                          </p:stCondLst>
                                        </p:cTn>
                                        <p:tgtEl>
                                          <p:spTgt spid="736"/>
                                        </p:tgtEl>
                                        <p:attrNameLst>
                                          <p:attrName>style.visibility</p:attrName>
                                        </p:attrNameLst>
                                      </p:cBhvr>
                                      <p:to>
                                        <p:strVal val="visible"/>
                                      </p:to>
                                    </p:set>
                                    <p:animEffect transition="in" filter="fade">
                                      <p:cBhvr>
                                        <p:cTn id="10" dur="1000"/>
                                        <p:tgtEl>
                                          <p:spTgt spid="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1">
          <a:extLst>
            <a:ext uri="{FF2B5EF4-FFF2-40B4-BE49-F238E27FC236}">
              <a16:creationId xmlns:a16="http://schemas.microsoft.com/office/drawing/2014/main" id="{D0EE8B91-6D98-E12C-8EC5-1ACC3BABAA58}"/>
            </a:ext>
          </a:extLst>
        </p:cNvPr>
        <p:cNvGrpSpPr/>
        <p:nvPr/>
      </p:nvGrpSpPr>
      <p:grpSpPr>
        <a:xfrm>
          <a:off x="0" y="0"/>
          <a:ext cx="0" cy="0"/>
          <a:chOff x="0" y="0"/>
          <a:chExt cx="0" cy="0"/>
        </a:xfrm>
      </p:grpSpPr>
      <p:sp>
        <p:nvSpPr>
          <p:cNvPr id="742" name="Google Shape;742;p74">
            <a:extLst>
              <a:ext uri="{FF2B5EF4-FFF2-40B4-BE49-F238E27FC236}">
                <a16:creationId xmlns:a16="http://schemas.microsoft.com/office/drawing/2014/main" id="{A7698D65-E710-180A-7E77-0ED950AE918F}"/>
              </a:ext>
            </a:extLst>
          </p:cNvPr>
          <p:cNvSpPr txBox="1">
            <a:spLocks noGrp="1"/>
          </p:cNvSpPr>
          <p:nvPr>
            <p:ph type="title"/>
          </p:nvPr>
        </p:nvSpPr>
        <p:spPr>
          <a:xfrm>
            <a:off x="817475" y="698575"/>
            <a:ext cx="5715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Goals</a:t>
            </a:r>
            <a:endParaRPr dirty="0"/>
          </a:p>
        </p:txBody>
      </p:sp>
      <p:sp>
        <p:nvSpPr>
          <p:cNvPr id="743" name="Google Shape;743;p74">
            <a:extLst>
              <a:ext uri="{FF2B5EF4-FFF2-40B4-BE49-F238E27FC236}">
                <a16:creationId xmlns:a16="http://schemas.microsoft.com/office/drawing/2014/main" id="{CC525A3D-8ECA-B43B-CCBB-0ED909F39F59}"/>
              </a:ext>
            </a:extLst>
          </p:cNvPr>
          <p:cNvSpPr txBox="1">
            <a:spLocks noGrp="1"/>
          </p:cNvSpPr>
          <p:nvPr>
            <p:ph type="body" idx="1"/>
          </p:nvPr>
        </p:nvSpPr>
        <p:spPr>
          <a:xfrm>
            <a:off x="817475" y="1342750"/>
            <a:ext cx="6595200" cy="3258900"/>
          </a:xfrm>
          <a:prstGeom prst="rect">
            <a:avLst/>
          </a:prstGeom>
        </p:spPr>
        <p:txBody>
          <a:bodyPr spcFirstLastPara="1" wrap="square" lIns="91425" tIns="91425" rIns="91425" bIns="91425" anchor="t" anchorCtr="0">
            <a:noAutofit/>
          </a:bodyPr>
          <a:lstStyle/>
          <a:p>
            <a:pPr marL="0" indent="0">
              <a:spcBef>
                <a:spcPts val="1600"/>
              </a:spcBef>
              <a:spcAft>
                <a:spcPts val="1600"/>
              </a:spcAft>
              <a:buNone/>
            </a:pPr>
            <a:r>
              <a:rPr lang="en-US" sz="1500" dirty="0"/>
              <a:t>The goal of the project is to make a Python-based Color Guessing Game that uses object-oriented programming, data structures, loops, functions, and exception handling to create an interactive user experience. </a:t>
            </a:r>
          </a:p>
          <a:p>
            <a:pPr marL="0" lvl="0" indent="0" algn="l" rtl="0">
              <a:spcBef>
                <a:spcPts val="1600"/>
              </a:spcBef>
              <a:spcAft>
                <a:spcPts val="1600"/>
              </a:spcAft>
              <a:buNone/>
            </a:pPr>
            <a:endParaRPr sz="1500" dirty="0"/>
          </a:p>
        </p:txBody>
      </p:sp>
      <p:sp>
        <p:nvSpPr>
          <p:cNvPr id="744" name="Google Shape;744;p74">
            <a:extLst>
              <a:ext uri="{FF2B5EF4-FFF2-40B4-BE49-F238E27FC236}">
                <a16:creationId xmlns:a16="http://schemas.microsoft.com/office/drawing/2014/main" id="{B1B5A823-2F4E-5BC8-491C-D35B899C2493}"/>
              </a:ext>
            </a:extLst>
          </p:cNvPr>
          <p:cNvSpPr txBox="1">
            <a:spLocks noGrp="1"/>
          </p:cNvSpPr>
          <p:nvPr>
            <p:ph type="title" idx="2"/>
          </p:nvPr>
        </p:nvSpPr>
        <p:spPr>
          <a:xfrm>
            <a:off x="4347150" y="4665150"/>
            <a:ext cx="449700" cy="410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spTree>
    <p:extLst>
      <p:ext uri="{BB962C8B-B14F-4D97-AF65-F5344CB8AC3E}">
        <p14:creationId xmlns:p14="http://schemas.microsoft.com/office/powerpoint/2010/main" val="1948779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51" name="Google Shape;751;p75"/>
          <p:cNvSpPr txBox="1">
            <a:spLocks noGrp="1"/>
          </p:cNvSpPr>
          <p:nvPr>
            <p:ph type="title"/>
          </p:nvPr>
        </p:nvSpPr>
        <p:spPr>
          <a:prstGeom prst="rect">
            <a:avLst/>
          </a:prstGeom>
        </p:spPr>
        <p:txBody>
          <a:bodyPr spcFirstLastPara="1" wrap="square" lIns="91425" tIns="91425" rIns="91425" bIns="91425" anchor="t" anchorCtr="0">
            <a:noAutofit/>
          </a:bodyPr>
          <a:lstStyle/>
          <a:p>
            <a:pPr lvl="0"/>
            <a:r>
              <a:rPr lang="en-US" dirty="0"/>
              <a:t>Software requirements</a:t>
            </a:r>
            <a:endParaRPr dirty="0"/>
          </a:p>
        </p:txBody>
      </p:sp>
      <p:sp>
        <p:nvSpPr>
          <p:cNvPr id="750" name="Google Shape;750;p75"/>
          <p:cNvSpPr txBox="1">
            <a:spLocks noGrp="1"/>
          </p:cNvSpPr>
          <p:nvPr>
            <p:ph type="body" idx="1"/>
          </p:nvPr>
        </p:nvSpPr>
        <p:spPr>
          <a:prstGeom prst="rect">
            <a:avLst/>
          </a:prstGeom>
        </p:spPr>
        <p:txBody>
          <a:bodyPr spcFirstLastPara="1" wrap="square" lIns="91425" tIns="91425" rIns="91425" bIns="91425" anchor="t" anchorCtr="0">
            <a:noAutofit/>
          </a:bodyPr>
          <a:lstStyle/>
          <a:p>
            <a:pPr marL="158750" indent="0">
              <a:buNone/>
            </a:pPr>
            <a:r>
              <a:rPr lang="en-US" sz="1500" dirty="0"/>
              <a:t>Python 3.13, </a:t>
            </a:r>
            <a:r>
              <a:rPr lang="en-US" sz="1500" dirty="0" err="1"/>
              <a:t>Pycharm</a:t>
            </a:r>
            <a:endParaRPr lang="en-US" sz="1500" dirty="0"/>
          </a:p>
        </p:txBody>
      </p:sp>
      <p:sp>
        <p:nvSpPr>
          <p:cNvPr id="749" name="Google Shape;749;p75"/>
          <p:cNvSpPr txBox="1">
            <a:spLocks noGrp="1"/>
          </p:cNvSpPr>
          <p:nvPr>
            <p:ph type="title" idx="2"/>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03</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749"/>
                                        </p:tgtEl>
                                        <p:attrNameLst>
                                          <p:attrName>style.visibility</p:attrName>
                                        </p:attrNameLst>
                                      </p:cBhvr>
                                      <p:to>
                                        <p:strVal val="visible"/>
                                      </p:to>
                                    </p:set>
                                    <p:anim calcmode="lin" valueType="num">
                                      <p:cBhvr additive="base">
                                        <p:cTn id="7" dur="1000"/>
                                        <p:tgtEl>
                                          <p:spTgt spid="749"/>
                                        </p:tgtEl>
                                        <p:attrNameLst>
                                          <p:attrName>ppt_y</p:attrName>
                                        </p:attrNameLst>
                                      </p:cBhvr>
                                      <p:tavLst>
                                        <p:tav tm="0">
                                          <p:val>
                                            <p:strVal val="#ppt_y-1"/>
                                          </p:val>
                                        </p:tav>
                                        <p:tav tm="100000">
                                          <p:val>
                                            <p:strVal val="#ppt_y"/>
                                          </p:val>
                                        </p:tav>
                                      </p:tavLst>
                                    </p:anim>
                                  </p:childTnLst>
                                </p:cTn>
                              </p:par>
                              <p:par>
                                <p:cTn id="8" presetID="10" presetClass="entr" presetSubtype="0" fill="hold" nodeType="withEffect">
                                  <p:stCondLst>
                                    <p:cond delay="0"/>
                                  </p:stCondLst>
                                  <p:childTnLst>
                                    <p:set>
                                      <p:cBhvr>
                                        <p:cTn id="9" dur="1" fill="hold">
                                          <p:stCondLst>
                                            <p:cond delay="0"/>
                                          </p:stCondLst>
                                        </p:cTn>
                                        <p:tgtEl>
                                          <p:spTgt spid="750"/>
                                        </p:tgtEl>
                                        <p:attrNameLst>
                                          <p:attrName>style.visibility</p:attrName>
                                        </p:attrNameLst>
                                      </p:cBhvr>
                                      <p:to>
                                        <p:strVal val="visible"/>
                                      </p:to>
                                    </p:set>
                                    <p:animEffect transition="in" filter="fade">
                                      <p:cBhvr>
                                        <p:cTn id="10" dur="1000"/>
                                        <p:tgtEl>
                                          <p:spTgt spid="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15959-2C4C-8DC7-4B20-50B35564D548}"/>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C5FC5BAA-C3BD-FBB5-1734-4DD58CCF7D03}"/>
              </a:ext>
            </a:extLst>
          </p:cNvPr>
          <p:cNvSpPr>
            <a:spLocks noGrp="1"/>
          </p:cNvSpPr>
          <p:nvPr>
            <p:ph type="body" idx="1"/>
          </p:nvPr>
        </p:nvSpPr>
        <p:spPr/>
        <p:txBody>
          <a:bodyPr>
            <a:normAutofit/>
          </a:bodyPr>
          <a:lstStyle/>
          <a:p>
            <a:pPr marL="0" indent="0">
              <a:buNone/>
            </a:pPr>
            <a:r>
              <a:rPr lang="en-US" sz="1500" dirty="0"/>
              <a:t>This project presents a Python-based Color Guessing Game that uses object-oriented programming, data structures, loops, functions, and exception handling to create an interactive user experience. Each color in the game is represented as an object containing a name and a list of associated real-world items that serve as hints. A player object tracks the user’s name, score, and guess history. The game allows the user to select a difficulty level, which determines the number of allowed attempts. During each round, the program randomly selects a color and provides object-based hints until the player correctly identifies the color or runs out of attempts. Overall, this program shows how multiple Python features can work together to build a functional and engaging game</a:t>
            </a:r>
          </a:p>
        </p:txBody>
      </p:sp>
      <p:sp>
        <p:nvSpPr>
          <p:cNvPr id="4" name="Title 3">
            <a:extLst>
              <a:ext uri="{FF2B5EF4-FFF2-40B4-BE49-F238E27FC236}">
                <a16:creationId xmlns:a16="http://schemas.microsoft.com/office/drawing/2014/main" id="{1E06665D-652D-0B9E-450A-6ACA398305E7}"/>
              </a:ext>
            </a:extLst>
          </p:cNvPr>
          <p:cNvSpPr>
            <a:spLocks noGrp="1"/>
          </p:cNvSpPr>
          <p:nvPr>
            <p:ph type="title" idx="2"/>
          </p:nvPr>
        </p:nvSpPr>
        <p:spPr/>
        <p:txBody>
          <a:bodyPr/>
          <a:lstStyle/>
          <a:p>
            <a:r>
              <a:rPr lang="en-US" dirty="0"/>
              <a:t>04</a:t>
            </a:r>
          </a:p>
        </p:txBody>
      </p:sp>
    </p:spTree>
    <p:extLst>
      <p:ext uri="{BB962C8B-B14F-4D97-AF65-F5344CB8AC3E}">
        <p14:creationId xmlns:p14="http://schemas.microsoft.com/office/powerpoint/2010/main" val="3463098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6F3BD-EA8E-D43F-1A71-A008C96E95B7}"/>
              </a:ext>
            </a:extLst>
          </p:cNvPr>
          <p:cNvSpPr>
            <a:spLocks noGrp="1"/>
          </p:cNvSpPr>
          <p:nvPr>
            <p:ph type="title"/>
          </p:nvPr>
        </p:nvSpPr>
        <p:spPr/>
        <p:txBody>
          <a:bodyPr/>
          <a:lstStyle/>
          <a:p>
            <a:r>
              <a:rPr lang="en-US" dirty="0"/>
              <a:t>Flow Diagram</a:t>
            </a:r>
          </a:p>
        </p:txBody>
      </p:sp>
      <p:graphicFrame>
        <p:nvGraphicFramePr>
          <p:cNvPr id="4" name="Diagram 3">
            <a:extLst>
              <a:ext uri="{FF2B5EF4-FFF2-40B4-BE49-F238E27FC236}">
                <a16:creationId xmlns:a16="http://schemas.microsoft.com/office/drawing/2014/main" id="{F7754BF9-65FB-7782-2BF7-76E4FD4561D1}"/>
              </a:ext>
            </a:extLst>
          </p:cNvPr>
          <p:cNvGraphicFramePr/>
          <p:nvPr>
            <p:extLst>
              <p:ext uri="{D42A27DB-BD31-4B8C-83A1-F6EECF244321}">
                <p14:modId xmlns:p14="http://schemas.microsoft.com/office/powerpoint/2010/main" val="747636842"/>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5135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3D639-AB14-983C-B4F1-AF4A75E7A620}"/>
              </a:ext>
            </a:extLst>
          </p:cNvPr>
          <p:cNvSpPr>
            <a:spLocks noGrp="1"/>
          </p:cNvSpPr>
          <p:nvPr>
            <p:ph type="title"/>
          </p:nvPr>
        </p:nvSpPr>
        <p:spPr/>
        <p:txBody>
          <a:bodyPr wrap="square" anchor="t">
            <a:normAutofit/>
          </a:bodyPr>
          <a:lstStyle/>
          <a:p>
            <a:pPr>
              <a:lnSpc>
                <a:spcPct val="90000"/>
              </a:lnSpc>
            </a:pPr>
            <a:r>
              <a:rPr lang="en-US" dirty="0"/>
              <a:t>06</a:t>
            </a:r>
          </a:p>
        </p:txBody>
      </p:sp>
      <p:sp>
        <p:nvSpPr>
          <p:cNvPr id="4" name="Title 3">
            <a:extLst>
              <a:ext uri="{FF2B5EF4-FFF2-40B4-BE49-F238E27FC236}">
                <a16:creationId xmlns:a16="http://schemas.microsoft.com/office/drawing/2014/main" id="{C90BC06D-D553-BDFD-038D-5BCB6338A05D}"/>
              </a:ext>
            </a:extLst>
          </p:cNvPr>
          <p:cNvSpPr>
            <a:spLocks noGrp="1"/>
          </p:cNvSpPr>
          <p:nvPr>
            <p:ph type="title" idx="2"/>
          </p:nvPr>
        </p:nvSpPr>
        <p:spPr/>
        <p:txBody>
          <a:bodyPr/>
          <a:lstStyle/>
          <a:p>
            <a:r>
              <a:rPr lang="en-US" dirty="0"/>
              <a:t>Screenshots</a:t>
            </a:r>
          </a:p>
        </p:txBody>
      </p:sp>
      <p:pic>
        <p:nvPicPr>
          <p:cNvPr id="5" name="Picture 4" descr="A screenshot of a computer program&#10;&#10;AI-generated content may be incorrect.">
            <a:extLst>
              <a:ext uri="{FF2B5EF4-FFF2-40B4-BE49-F238E27FC236}">
                <a16:creationId xmlns:a16="http://schemas.microsoft.com/office/drawing/2014/main" id="{504D39E4-53AA-A621-04C3-5986D61493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3145" y="1266637"/>
            <a:ext cx="1872570" cy="1792117"/>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790D6117-BD76-8F50-87D0-65FE0C8353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5715" y="1271275"/>
            <a:ext cx="1872570" cy="1787479"/>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910954A4-FD93-7D39-9DCB-6C49F82CC04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8285" y="1271275"/>
            <a:ext cx="1872570" cy="1787479"/>
          </a:xfrm>
          <a:prstGeom prst="rect">
            <a:avLst/>
          </a:prstGeom>
        </p:spPr>
      </p:pic>
      <p:pic>
        <p:nvPicPr>
          <p:cNvPr id="9" name="Picture 8" descr="A screenshot of a computer program&#10;&#10;AI-generated content may be incorrect.">
            <a:extLst>
              <a:ext uri="{FF2B5EF4-FFF2-40B4-BE49-F238E27FC236}">
                <a16:creationId xmlns:a16="http://schemas.microsoft.com/office/drawing/2014/main" id="{62B3211B-6156-B3F2-20C6-FDE445A326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42875" y="3058754"/>
            <a:ext cx="1872570" cy="1787479"/>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134F4D1C-80CA-F576-4FE0-3C905187CC4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9430" y="3058754"/>
            <a:ext cx="1872570" cy="1787479"/>
          </a:xfrm>
          <a:prstGeom prst="rect">
            <a:avLst/>
          </a:prstGeom>
        </p:spPr>
      </p:pic>
    </p:spTree>
    <p:extLst>
      <p:ext uri="{BB962C8B-B14F-4D97-AF65-F5344CB8AC3E}">
        <p14:creationId xmlns:p14="http://schemas.microsoft.com/office/powerpoint/2010/main" val="2553572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C23A-6E2F-859F-8ED4-EF9318941055}"/>
              </a:ext>
            </a:extLst>
          </p:cNvPr>
          <p:cNvSpPr>
            <a:spLocks noGrp="1"/>
          </p:cNvSpPr>
          <p:nvPr>
            <p:ph type="title"/>
          </p:nvPr>
        </p:nvSpPr>
        <p:spPr/>
        <p:txBody>
          <a:bodyPr/>
          <a:lstStyle/>
          <a:p>
            <a:r>
              <a:rPr lang="en-US" dirty="0"/>
              <a:t>Discussion &amp; Conclusion</a:t>
            </a:r>
          </a:p>
        </p:txBody>
      </p:sp>
      <p:sp>
        <p:nvSpPr>
          <p:cNvPr id="3" name="Text Placeholder 2">
            <a:extLst>
              <a:ext uri="{FF2B5EF4-FFF2-40B4-BE49-F238E27FC236}">
                <a16:creationId xmlns:a16="http://schemas.microsoft.com/office/drawing/2014/main" id="{9312E9D0-3EF5-206A-3E6F-6BE6453390F1}"/>
              </a:ext>
            </a:extLst>
          </p:cNvPr>
          <p:cNvSpPr>
            <a:spLocks noGrp="1"/>
          </p:cNvSpPr>
          <p:nvPr>
            <p:ph type="body" idx="1"/>
          </p:nvPr>
        </p:nvSpPr>
        <p:spPr/>
        <p:txBody>
          <a:bodyPr/>
          <a:lstStyle/>
          <a:p>
            <a:pPr marL="158750" indent="0">
              <a:buNone/>
            </a:pPr>
            <a:r>
              <a:rPr lang="en-US" sz="1500" dirty="0"/>
              <a:t>Creating the Color Guessing Game in Python was a valuable learning experience for both of us. While the game successfully demonstrated object-oriented programming and interactive gameplay, we noticed some limitations, such as a basic console interface and a limited variety of hints, which could make repeated play less engaging. If we were to start over, we would focus on gathering feedback earlier in the process. Overall, the project highlighted the importance of thoughtful design, collaboration, and continuous improvement.</a:t>
            </a:r>
          </a:p>
        </p:txBody>
      </p:sp>
      <p:sp>
        <p:nvSpPr>
          <p:cNvPr id="4" name="Title 3">
            <a:extLst>
              <a:ext uri="{FF2B5EF4-FFF2-40B4-BE49-F238E27FC236}">
                <a16:creationId xmlns:a16="http://schemas.microsoft.com/office/drawing/2014/main" id="{6D6A3399-2BB3-E326-D365-8ABF307CCE37}"/>
              </a:ext>
            </a:extLst>
          </p:cNvPr>
          <p:cNvSpPr>
            <a:spLocks noGrp="1"/>
          </p:cNvSpPr>
          <p:nvPr>
            <p:ph type="title" idx="2"/>
          </p:nvPr>
        </p:nvSpPr>
        <p:spPr/>
        <p:txBody>
          <a:bodyPr/>
          <a:lstStyle/>
          <a:p>
            <a:endParaRPr lang="en-US"/>
          </a:p>
        </p:txBody>
      </p:sp>
    </p:spTree>
    <p:extLst>
      <p:ext uri="{BB962C8B-B14F-4D97-AF65-F5344CB8AC3E}">
        <p14:creationId xmlns:p14="http://schemas.microsoft.com/office/powerpoint/2010/main" val="2356040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F7737-04B8-B41B-2FAD-2E1CBC681EA6}"/>
              </a:ext>
            </a:extLst>
          </p:cNvPr>
          <p:cNvSpPr>
            <a:spLocks noGrp="1"/>
          </p:cNvSpPr>
          <p:nvPr>
            <p:ph type="title"/>
          </p:nvPr>
        </p:nvSpPr>
        <p:spPr/>
        <p:txBody>
          <a:bodyPr wrap="square" anchor="t">
            <a:normAutofit/>
          </a:bodyPr>
          <a:lstStyle/>
          <a:p>
            <a:pPr>
              <a:lnSpc>
                <a:spcPct val="90000"/>
              </a:lnSpc>
            </a:pPr>
            <a:r>
              <a:rPr lang="en-US" dirty="0"/>
              <a:t>Appendix</a:t>
            </a:r>
          </a:p>
        </p:txBody>
      </p:sp>
      <p:sp>
        <p:nvSpPr>
          <p:cNvPr id="3" name="Content Placeholder 2">
            <a:extLst>
              <a:ext uri="{FF2B5EF4-FFF2-40B4-BE49-F238E27FC236}">
                <a16:creationId xmlns:a16="http://schemas.microsoft.com/office/drawing/2014/main" id="{CC0C8C66-368B-A520-649A-38C8FCE15228}"/>
              </a:ext>
            </a:extLst>
          </p:cNvPr>
          <p:cNvSpPr>
            <a:spLocks noGrp="1"/>
          </p:cNvSpPr>
          <p:nvPr>
            <p:ph type="body" idx="1"/>
          </p:nvPr>
        </p:nvSpPr>
        <p:spPr/>
        <p:txBody>
          <a:bodyPr/>
          <a:lstStyle/>
          <a:p>
            <a:pPr marL="0" indent="0">
              <a:spcAft>
                <a:spcPts val="600"/>
              </a:spcAft>
              <a:buNone/>
            </a:pPr>
            <a:r>
              <a:rPr lang="en-US" sz="1500" dirty="0"/>
              <a:t>The Learning Hub</a:t>
            </a:r>
          </a:p>
          <a:p>
            <a:pPr marL="0" indent="0">
              <a:spcAft>
                <a:spcPts val="600"/>
              </a:spcAft>
              <a:buNone/>
            </a:pPr>
            <a:r>
              <a:rPr lang="en-US" sz="1500" dirty="0"/>
              <a:t>Resource links</a:t>
            </a:r>
          </a:p>
          <a:p>
            <a:pPr marL="0" indent="0">
              <a:spcAft>
                <a:spcPts val="600"/>
              </a:spcAft>
              <a:buNone/>
            </a:pPr>
            <a:r>
              <a:rPr lang="en-US" sz="1500" dirty="0"/>
              <a:t>ChatGPT: used as a reference</a:t>
            </a:r>
          </a:p>
          <a:p>
            <a:pPr marL="0" indent="0">
              <a:spcAft>
                <a:spcPts val="600"/>
              </a:spcAft>
              <a:buNone/>
            </a:pPr>
            <a:endParaRPr lang="en-US" sz="1500" dirty="0"/>
          </a:p>
          <a:p>
            <a:pPr marL="0" indent="0">
              <a:spcAft>
                <a:spcPts val="600"/>
              </a:spcAft>
              <a:buNone/>
            </a:pPr>
            <a:r>
              <a:rPr lang="en-US" sz="1500" dirty="0"/>
              <a:t>https://github.com/laurenp211/randomnumbergenerator.git</a:t>
            </a:r>
          </a:p>
        </p:txBody>
      </p:sp>
      <p:sp>
        <p:nvSpPr>
          <p:cNvPr id="5" name="Title 4">
            <a:extLst>
              <a:ext uri="{FF2B5EF4-FFF2-40B4-BE49-F238E27FC236}">
                <a16:creationId xmlns:a16="http://schemas.microsoft.com/office/drawing/2014/main" id="{81B54455-1650-15CE-83FC-CDCAA3F34CED}"/>
              </a:ext>
            </a:extLst>
          </p:cNvPr>
          <p:cNvSpPr>
            <a:spLocks noGrp="1"/>
          </p:cNvSpPr>
          <p:nvPr>
            <p:ph type="title" idx="2"/>
          </p:nvPr>
        </p:nvSpPr>
        <p:spPr/>
        <p:txBody>
          <a:bodyPr/>
          <a:lstStyle/>
          <a:p>
            <a:r>
              <a:rPr lang="en-US" dirty="0"/>
              <a:t>07</a:t>
            </a:r>
          </a:p>
        </p:txBody>
      </p:sp>
    </p:spTree>
    <p:extLst>
      <p:ext uri="{BB962C8B-B14F-4D97-AF65-F5344CB8AC3E}">
        <p14:creationId xmlns:p14="http://schemas.microsoft.com/office/powerpoint/2010/main" val="2556813716"/>
      </p:ext>
    </p:extLst>
  </p:cSld>
  <p:clrMapOvr>
    <a:masterClrMapping/>
  </p:clrMapOvr>
</p:sld>
</file>

<file path=ppt/theme/theme1.xml><?xml version="1.0" encoding="utf-8"?>
<a:theme xmlns:a="http://schemas.openxmlformats.org/drawingml/2006/main" name="Rainbow Background XL by Slidesgo">
  <a:themeElements>
    <a:clrScheme name="Simple Light">
      <a:dk1>
        <a:srgbClr val="000000"/>
      </a:dk1>
      <a:lt1>
        <a:srgbClr val="FFFFFF"/>
      </a:lt1>
      <a:dk2>
        <a:srgbClr val="595959"/>
      </a:dk2>
      <a:lt2>
        <a:srgbClr val="EEEEEE"/>
      </a:lt2>
      <a:accent1>
        <a:srgbClr val="24ADBD"/>
      </a:accent1>
      <a:accent2>
        <a:srgbClr val="A2D242"/>
      </a:accent2>
      <a:accent3>
        <a:srgbClr val="FCE243"/>
      </a:accent3>
      <a:accent4>
        <a:srgbClr val="EF6B20"/>
      </a:accent4>
      <a:accent5>
        <a:srgbClr val="AD242B"/>
      </a:accent5>
      <a:accent6>
        <a:srgbClr val="AE2D5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336</Words>
  <Application>Microsoft Office PowerPoint</Application>
  <PresentationFormat>On-screen Show (16:9)</PresentationFormat>
  <Paragraphs>31</Paragraphs>
  <Slides>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Abel</vt:lpstr>
      <vt:lpstr>Fredoka One</vt:lpstr>
      <vt:lpstr>Times New Roman</vt:lpstr>
      <vt:lpstr>Muli</vt:lpstr>
      <vt:lpstr>Perpetua</vt:lpstr>
      <vt:lpstr>Arial</vt:lpstr>
      <vt:lpstr>Rainbow Background XL by Slidesgo</vt:lpstr>
      <vt:lpstr> Color Guessing Game</vt:lpstr>
      <vt:lpstr>Goals</vt:lpstr>
      <vt:lpstr>Software requirements</vt:lpstr>
      <vt:lpstr>Introduction</vt:lpstr>
      <vt:lpstr>Flow Diagram</vt:lpstr>
      <vt:lpstr>06</vt:lpstr>
      <vt:lpstr>Discussion &amp; Conclusion</vt:lpstr>
      <vt:lpstr>Appendix</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Joshlee Chery</dc:creator>
  <cp:lastModifiedBy>Joshlee Chery</cp:lastModifiedBy>
  <cp:revision>2</cp:revision>
  <dcterms:modified xsi:type="dcterms:W3CDTF">2025-11-19T22:45:41Z</dcterms:modified>
</cp:coreProperties>
</file>